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67123D-9A2A-4333-86F0-7DEC794DD62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3E218D-23CA-45E0-898B-F528E8DAC6CC}">
      <dgm:prSet/>
      <dgm:spPr/>
      <dgm:t>
        <a:bodyPr/>
        <a:lstStyle/>
        <a:p>
          <a:r>
            <a:rPr lang="en-US"/>
            <a:t>Don’t know where to go, what to eat, or how to travel</a:t>
          </a:r>
        </a:p>
      </dgm:t>
    </dgm:pt>
    <dgm:pt modelId="{8AB71A6E-773C-438C-B480-12D64A805401}" type="parTrans" cxnId="{D09FCAE8-3DF0-4CF6-BF96-7277DFD32230}">
      <dgm:prSet/>
      <dgm:spPr/>
      <dgm:t>
        <a:bodyPr/>
        <a:lstStyle/>
        <a:p>
          <a:endParaRPr lang="en-US"/>
        </a:p>
      </dgm:t>
    </dgm:pt>
    <dgm:pt modelId="{3398F5F8-71DF-4609-9BE5-0BF94C5C66BF}" type="sibTrans" cxnId="{D09FCAE8-3DF0-4CF6-BF96-7277DFD32230}">
      <dgm:prSet/>
      <dgm:spPr/>
      <dgm:t>
        <a:bodyPr/>
        <a:lstStyle/>
        <a:p>
          <a:endParaRPr lang="en-US"/>
        </a:p>
      </dgm:t>
    </dgm:pt>
    <dgm:pt modelId="{7A63A0D9-1ACF-471B-A8B6-C91AF5F56DCF}">
      <dgm:prSet/>
      <dgm:spPr/>
      <dgm:t>
        <a:bodyPr/>
        <a:lstStyle/>
        <a:p>
          <a:r>
            <a:rPr lang="en-US"/>
            <a:t>Confusing ticket prices (MyKad vs Non-Malaysian)</a:t>
          </a:r>
        </a:p>
      </dgm:t>
    </dgm:pt>
    <dgm:pt modelId="{88D8F468-E833-4071-B4E1-C3DF5AB883EA}" type="parTrans" cxnId="{E153C0DD-7A14-4648-99E1-3813A5C58170}">
      <dgm:prSet/>
      <dgm:spPr/>
      <dgm:t>
        <a:bodyPr/>
        <a:lstStyle/>
        <a:p>
          <a:endParaRPr lang="en-US"/>
        </a:p>
      </dgm:t>
    </dgm:pt>
    <dgm:pt modelId="{422DB7DE-48E1-4E6F-B73F-86215E060199}" type="sibTrans" cxnId="{E153C0DD-7A14-4648-99E1-3813A5C58170}">
      <dgm:prSet/>
      <dgm:spPr/>
      <dgm:t>
        <a:bodyPr/>
        <a:lstStyle/>
        <a:p>
          <a:endParaRPr lang="en-US"/>
        </a:p>
      </dgm:t>
    </dgm:pt>
    <dgm:pt modelId="{A05A948D-CED3-4C8C-96EE-DB8526ECDA02}">
      <dgm:prSet/>
      <dgm:spPr/>
      <dgm:t>
        <a:bodyPr/>
        <a:lstStyle/>
        <a:p>
          <a:r>
            <a:rPr lang="en-US"/>
            <a:t>Long queues for ticketing</a:t>
          </a:r>
        </a:p>
      </dgm:t>
    </dgm:pt>
    <dgm:pt modelId="{0FD1650A-C519-4E33-8051-4F8D3A5B84EF}" type="parTrans" cxnId="{B5C2334D-79A8-4293-A998-4F47F048DE42}">
      <dgm:prSet/>
      <dgm:spPr/>
      <dgm:t>
        <a:bodyPr/>
        <a:lstStyle/>
        <a:p>
          <a:endParaRPr lang="en-US"/>
        </a:p>
      </dgm:t>
    </dgm:pt>
    <dgm:pt modelId="{B69D0393-A0FF-4A23-9E67-2FBB3AED8751}" type="sibTrans" cxnId="{B5C2334D-79A8-4293-A998-4F47F048DE42}">
      <dgm:prSet/>
      <dgm:spPr/>
      <dgm:t>
        <a:bodyPr/>
        <a:lstStyle/>
        <a:p>
          <a:endParaRPr lang="en-US"/>
        </a:p>
      </dgm:t>
    </dgm:pt>
    <dgm:pt modelId="{071FC77F-0AA2-4BD6-98B1-263B7B7B8E86}">
      <dgm:prSet/>
      <dgm:spPr/>
      <dgm:t>
        <a:bodyPr/>
        <a:lstStyle/>
        <a:p>
          <a:r>
            <a:rPr lang="en-US"/>
            <a:t>Navigation difficulty without transport</a:t>
          </a:r>
        </a:p>
      </dgm:t>
    </dgm:pt>
    <dgm:pt modelId="{4F11456E-49A7-4E15-99AE-C6CA8529AF69}" type="parTrans" cxnId="{5906CCB0-88C2-4A3E-892F-DDE2321C25DA}">
      <dgm:prSet/>
      <dgm:spPr/>
      <dgm:t>
        <a:bodyPr/>
        <a:lstStyle/>
        <a:p>
          <a:endParaRPr lang="en-US"/>
        </a:p>
      </dgm:t>
    </dgm:pt>
    <dgm:pt modelId="{CFCC76BB-5430-4009-8BC1-8ADC69FE74FE}" type="sibTrans" cxnId="{5906CCB0-88C2-4A3E-892F-DDE2321C25DA}">
      <dgm:prSet/>
      <dgm:spPr/>
      <dgm:t>
        <a:bodyPr/>
        <a:lstStyle/>
        <a:p>
          <a:endParaRPr lang="en-US"/>
        </a:p>
      </dgm:t>
    </dgm:pt>
    <dgm:pt modelId="{912E93CE-0BAB-4C15-A6D5-FF23D2AFB6C7}">
      <dgm:prSet/>
      <dgm:spPr/>
      <dgm:t>
        <a:bodyPr/>
        <a:lstStyle/>
        <a:p>
          <a:r>
            <a:rPr lang="en-US"/>
            <a:t>Dietary restrictions (Halal/Vegetarian) limits food choices</a:t>
          </a:r>
        </a:p>
      </dgm:t>
    </dgm:pt>
    <dgm:pt modelId="{EE64E687-C8D7-4A00-B7A8-F62744DBB1A2}" type="parTrans" cxnId="{44C58DBE-8EAA-43CD-9727-2BD207438E20}">
      <dgm:prSet/>
      <dgm:spPr/>
      <dgm:t>
        <a:bodyPr/>
        <a:lstStyle/>
        <a:p>
          <a:endParaRPr lang="en-US"/>
        </a:p>
      </dgm:t>
    </dgm:pt>
    <dgm:pt modelId="{02316E92-0729-4837-84D0-E849457F7547}" type="sibTrans" cxnId="{44C58DBE-8EAA-43CD-9727-2BD207438E20}">
      <dgm:prSet/>
      <dgm:spPr/>
      <dgm:t>
        <a:bodyPr/>
        <a:lstStyle/>
        <a:p>
          <a:endParaRPr lang="en-US"/>
        </a:p>
      </dgm:t>
    </dgm:pt>
    <dgm:pt modelId="{09D1D9D0-9D51-4450-AAC2-E1F7AD99A6FD}">
      <dgm:prSet/>
      <dgm:spPr/>
      <dgm:t>
        <a:bodyPr/>
        <a:lstStyle/>
        <a:p>
          <a:r>
            <a:rPr lang="en-US"/>
            <a:t>Lack of guides → hard to learn the history of a place</a:t>
          </a:r>
        </a:p>
      </dgm:t>
    </dgm:pt>
    <dgm:pt modelId="{3B571AE3-4D11-4067-B9B1-CCC3EAA37D53}" type="parTrans" cxnId="{C68E961C-EFEB-40DE-8169-0B40C9C536E0}">
      <dgm:prSet/>
      <dgm:spPr/>
      <dgm:t>
        <a:bodyPr/>
        <a:lstStyle/>
        <a:p>
          <a:endParaRPr lang="en-US"/>
        </a:p>
      </dgm:t>
    </dgm:pt>
    <dgm:pt modelId="{019158DD-11AF-4D10-A599-B8EA4C431634}" type="sibTrans" cxnId="{C68E961C-EFEB-40DE-8169-0B40C9C536E0}">
      <dgm:prSet/>
      <dgm:spPr/>
      <dgm:t>
        <a:bodyPr/>
        <a:lstStyle/>
        <a:p>
          <a:endParaRPr lang="en-US"/>
        </a:p>
      </dgm:t>
    </dgm:pt>
    <dgm:pt modelId="{F8157822-4677-4151-96A7-1B5B2E6867CF}" type="pres">
      <dgm:prSet presAssocID="{7D67123D-9A2A-4333-86F0-7DEC794DD62E}" presName="linear" presStyleCnt="0">
        <dgm:presLayoutVars>
          <dgm:animLvl val="lvl"/>
          <dgm:resizeHandles val="exact"/>
        </dgm:presLayoutVars>
      </dgm:prSet>
      <dgm:spPr/>
    </dgm:pt>
    <dgm:pt modelId="{C644F31D-76FB-49D1-8B9D-7B45D34005B7}" type="pres">
      <dgm:prSet presAssocID="{8F3E218D-23CA-45E0-898B-F528E8DAC6C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5F0C680-E210-428D-8A4C-6F1113E374C2}" type="pres">
      <dgm:prSet presAssocID="{3398F5F8-71DF-4609-9BE5-0BF94C5C66BF}" presName="spacer" presStyleCnt="0"/>
      <dgm:spPr/>
    </dgm:pt>
    <dgm:pt modelId="{01A889B2-2FE8-4A26-A6BD-AB772B4475B4}" type="pres">
      <dgm:prSet presAssocID="{7A63A0D9-1ACF-471B-A8B6-C91AF5F56DC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4A9DC18-AB32-4812-B0BE-5A3084A945FE}" type="pres">
      <dgm:prSet presAssocID="{422DB7DE-48E1-4E6F-B73F-86215E060199}" presName="spacer" presStyleCnt="0"/>
      <dgm:spPr/>
    </dgm:pt>
    <dgm:pt modelId="{4161CCA7-8818-4507-A520-3F028DB01D74}" type="pres">
      <dgm:prSet presAssocID="{A05A948D-CED3-4C8C-96EE-DB8526ECDA0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A67DDD9-900E-4F5C-89EB-4C23E226819F}" type="pres">
      <dgm:prSet presAssocID="{B69D0393-A0FF-4A23-9E67-2FBB3AED8751}" presName="spacer" presStyleCnt="0"/>
      <dgm:spPr/>
    </dgm:pt>
    <dgm:pt modelId="{7886B138-75D2-4E32-B609-9665E5BCB0BE}" type="pres">
      <dgm:prSet presAssocID="{071FC77F-0AA2-4BD6-98B1-263B7B7B8E8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4FCFF6A-8DAD-41D1-9468-DB2881410EC2}" type="pres">
      <dgm:prSet presAssocID="{CFCC76BB-5430-4009-8BC1-8ADC69FE74FE}" presName="spacer" presStyleCnt="0"/>
      <dgm:spPr/>
    </dgm:pt>
    <dgm:pt modelId="{FD05DF7A-D257-4A5B-A23C-E50F0DD53DE5}" type="pres">
      <dgm:prSet presAssocID="{912E93CE-0BAB-4C15-A6D5-FF23D2AFB6C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4D4889A-AF42-40C6-A8CE-44F8ADCDAEC9}" type="pres">
      <dgm:prSet presAssocID="{02316E92-0729-4837-84D0-E849457F7547}" presName="spacer" presStyleCnt="0"/>
      <dgm:spPr/>
    </dgm:pt>
    <dgm:pt modelId="{53AA7555-D20A-479B-925D-0B74FD922492}" type="pres">
      <dgm:prSet presAssocID="{09D1D9D0-9D51-4450-AAC2-E1F7AD99A6F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8E961C-EFEB-40DE-8169-0B40C9C536E0}" srcId="{7D67123D-9A2A-4333-86F0-7DEC794DD62E}" destId="{09D1D9D0-9D51-4450-AAC2-E1F7AD99A6FD}" srcOrd="5" destOrd="0" parTransId="{3B571AE3-4D11-4067-B9B1-CCC3EAA37D53}" sibTransId="{019158DD-11AF-4D10-A599-B8EA4C431634}"/>
    <dgm:cxn modelId="{01D02B48-838F-43FB-9E46-50FAA0FF212E}" type="presOf" srcId="{7D67123D-9A2A-4333-86F0-7DEC794DD62E}" destId="{F8157822-4677-4151-96A7-1B5B2E6867CF}" srcOrd="0" destOrd="0" presId="urn:microsoft.com/office/officeart/2005/8/layout/vList2"/>
    <dgm:cxn modelId="{B5C2334D-79A8-4293-A998-4F47F048DE42}" srcId="{7D67123D-9A2A-4333-86F0-7DEC794DD62E}" destId="{A05A948D-CED3-4C8C-96EE-DB8526ECDA02}" srcOrd="2" destOrd="0" parTransId="{0FD1650A-C519-4E33-8051-4F8D3A5B84EF}" sibTransId="{B69D0393-A0FF-4A23-9E67-2FBB3AED8751}"/>
    <dgm:cxn modelId="{EBA0C692-F2BF-4210-B701-466A84BD058A}" type="presOf" srcId="{071FC77F-0AA2-4BD6-98B1-263B7B7B8E86}" destId="{7886B138-75D2-4E32-B609-9665E5BCB0BE}" srcOrd="0" destOrd="0" presId="urn:microsoft.com/office/officeart/2005/8/layout/vList2"/>
    <dgm:cxn modelId="{524842A6-D550-43A6-B733-91DB2B1EB918}" type="presOf" srcId="{8F3E218D-23CA-45E0-898B-F528E8DAC6CC}" destId="{C644F31D-76FB-49D1-8B9D-7B45D34005B7}" srcOrd="0" destOrd="0" presId="urn:microsoft.com/office/officeart/2005/8/layout/vList2"/>
    <dgm:cxn modelId="{5906CCB0-88C2-4A3E-892F-DDE2321C25DA}" srcId="{7D67123D-9A2A-4333-86F0-7DEC794DD62E}" destId="{071FC77F-0AA2-4BD6-98B1-263B7B7B8E86}" srcOrd="3" destOrd="0" parTransId="{4F11456E-49A7-4E15-99AE-C6CA8529AF69}" sibTransId="{CFCC76BB-5430-4009-8BC1-8ADC69FE74FE}"/>
    <dgm:cxn modelId="{558A9DB5-F288-4A49-975D-0831E1A496B0}" type="presOf" srcId="{09D1D9D0-9D51-4450-AAC2-E1F7AD99A6FD}" destId="{53AA7555-D20A-479B-925D-0B74FD922492}" srcOrd="0" destOrd="0" presId="urn:microsoft.com/office/officeart/2005/8/layout/vList2"/>
    <dgm:cxn modelId="{44C58DBE-8EAA-43CD-9727-2BD207438E20}" srcId="{7D67123D-9A2A-4333-86F0-7DEC794DD62E}" destId="{912E93CE-0BAB-4C15-A6D5-FF23D2AFB6C7}" srcOrd="4" destOrd="0" parTransId="{EE64E687-C8D7-4A00-B7A8-F62744DBB1A2}" sibTransId="{02316E92-0729-4837-84D0-E849457F7547}"/>
    <dgm:cxn modelId="{BB5469CB-2360-4ABE-BADA-23EC31D0E08C}" type="presOf" srcId="{A05A948D-CED3-4C8C-96EE-DB8526ECDA02}" destId="{4161CCA7-8818-4507-A520-3F028DB01D74}" srcOrd="0" destOrd="0" presId="urn:microsoft.com/office/officeart/2005/8/layout/vList2"/>
    <dgm:cxn modelId="{1B28C6CF-38EF-4224-A296-5791CE5B167C}" type="presOf" srcId="{7A63A0D9-1ACF-471B-A8B6-C91AF5F56DCF}" destId="{01A889B2-2FE8-4A26-A6BD-AB772B4475B4}" srcOrd="0" destOrd="0" presId="urn:microsoft.com/office/officeart/2005/8/layout/vList2"/>
    <dgm:cxn modelId="{E153C0DD-7A14-4648-99E1-3813A5C58170}" srcId="{7D67123D-9A2A-4333-86F0-7DEC794DD62E}" destId="{7A63A0D9-1ACF-471B-A8B6-C91AF5F56DCF}" srcOrd="1" destOrd="0" parTransId="{88D8F468-E833-4071-B4E1-C3DF5AB883EA}" sibTransId="{422DB7DE-48E1-4E6F-B73F-86215E060199}"/>
    <dgm:cxn modelId="{D5770AE2-2744-4E17-93C0-0A3754698F6E}" type="presOf" srcId="{912E93CE-0BAB-4C15-A6D5-FF23D2AFB6C7}" destId="{FD05DF7A-D257-4A5B-A23C-E50F0DD53DE5}" srcOrd="0" destOrd="0" presId="urn:microsoft.com/office/officeart/2005/8/layout/vList2"/>
    <dgm:cxn modelId="{D09FCAE8-3DF0-4CF6-BF96-7277DFD32230}" srcId="{7D67123D-9A2A-4333-86F0-7DEC794DD62E}" destId="{8F3E218D-23CA-45E0-898B-F528E8DAC6CC}" srcOrd="0" destOrd="0" parTransId="{8AB71A6E-773C-438C-B480-12D64A805401}" sibTransId="{3398F5F8-71DF-4609-9BE5-0BF94C5C66BF}"/>
    <dgm:cxn modelId="{61B874FD-FEFE-4E8E-9BF1-E62516523DBC}" type="presParOf" srcId="{F8157822-4677-4151-96A7-1B5B2E6867CF}" destId="{C644F31D-76FB-49D1-8B9D-7B45D34005B7}" srcOrd="0" destOrd="0" presId="urn:microsoft.com/office/officeart/2005/8/layout/vList2"/>
    <dgm:cxn modelId="{FCB6760F-C2F9-4F15-8099-3EC189A2485E}" type="presParOf" srcId="{F8157822-4677-4151-96A7-1B5B2E6867CF}" destId="{B5F0C680-E210-428D-8A4C-6F1113E374C2}" srcOrd="1" destOrd="0" presId="urn:microsoft.com/office/officeart/2005/8/layout/vList2"/>
    <dgm:cxn modelId="{47688B63-D7BB-4FA3-A9B5-D47531C2AB13}" type="presParOf" srcId="{F8157822-4677-4151-96A7-1B5B2E6867CF}" destId="{01A889B2-2FE8-4A26-A6BD-AB772B4475B4}" srcOrd="2" destOrd="0" presId="urn:microsoft.com/office/officeart/2005/8/layout/vList2"/>
    <dgm:cxn modelId="{C940D141-3772-4280-9981-22DA369170DC}" type="presParOf" srcId="{F8157822-4677-4151-96A7-1B5B2E6867CF}" destId="{D4A9DC18-AB32-4812-B0BE-5A3084A945FE}" srcOrd="3" destOrd="0" presId="urn:microsoft.com/office/officeart/2005/8/layout/vList2"/>
    <dgm:cxn modelId="{75E27A14-6C49-4257-B730-7E0883F156C8}" type="presParOf" srcId="{F8157822-4677-4151-96A7-1B5B2E6867CF}" destId="{4161CCA7-8818-4507-A520-3F028DB01D74}" srcOrd="4" destOrd="0" presId="urn:microsoft.com/office/officeart/2005/8/layout/vList2"/>
    <dgm:cxn modelId="{FB41ACB4-E588-4E6C-BFF5-9629BCDAD207}" type="presParOf" srcId="{F8157822-4677-4151-96A7-1B5B2E6867CF}" destId="{EA67DDD9-900E-4F5C-89EB-4C23E226819F}" srcOrd="5" destOrd="0" presId="urn:microsoft.com/office/officeart/2005/8/layout/vList2"/>
    <dgm:cxn modelId="{0C0DF047-7ADC-425A-A5CC-CF37BD125B31}" type="presParOf" srcId="{F8157822-4677-4151-96A7-1B5B2E6867CF}" destId="{7886B138-75D2-4E32-B609-9665E5BCB0BE}" srcOrd="6" destOrd="0" presId="urn:microsoft.com/office/officeart/2005/8/layout/vList2"/>
    <dgm:cxn modelId="{D14D32FA-4BA4-4824-BEBC-795812FAB926}" type="presParOf" srcId="{F8157822-4677-4151-96A7-1B5B2E6867CF}" destId="{14FCFF6A-8DAD-41D1-9468-DB2881410EC2}" srcOrd="7" destOrd="0" presId="urn:microsoft.com/office/officeart/2005/8/layout/vList2"/>
    <dgm:cxn modelId="{6133C3B8-4E35-4A4C-B4E8-D2F8D9D1A867}" type="presParOf" srcId="{F8157822-4677-4151-96A7-1B5B2E6867CF}" destId="{FD05DF7A-D257-4A5B-A23C-E50F0DD53DE5}" srcOrd="8" destOrd="0" presId="urn:microsoft.com/office/officeart/2005/8/layout/vList2"/>
    <dgm:cxn modelId="{9CF77916-8259-41E9-81D3-4CFC33203035}" type="presParOf" srcId="{F8157822-4677-4151-96A7-1B5B2E6867CF}" destId="{B4D4889A-AF42-40C6-A8CE-44F8ADCDAEC9}" srcOrd="9" destOrd="0" presId="urn:microsoft.com/office/officeart/2005/8/layout/vList2"/>
    <dgm:cxn modelId="{92375A32-8E07-464B-9276-AF91EF985C88}" type="presParOf" srcId="{F8157822-4677-4151-96A7-1B5B2E6867CF}" destId="{53AA7555-D20A-479B-925D-0B74FD92249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940E8B-3A7A-4352-B009-15F378ADF99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9A6072-F6A9-407C-943F-95BE089814B2}">
      <dgm:prSet/>
      <dgm:spPr/>
      <dgm:t>
        <a:bodyPr/>
        <a:lstStyle/>
        <a:p>
          <a:r>
            <a:rPr lang="en-US"/>
            <a:t>International tourists</a:t>
          </a:r>
        </a:p>
      </dgm:t>
    </dgm:pt>
    <dgm:pt modelId="{46596CD2-6034-4B02-8CA6-F6B9C8A7696C}" type="parTrans" cxnId="{30048A18-EEBC-4614-A8FB-8877543AB2B8}">
      <dgm:prSet/>
      <dgm:spPr/>
      <dgm:t>
        <a:bodyPr/>
        <a:lstStyle/>
        <a:p>
          <a:endParaRPr lang="en-US"/>
        </a:p>
      </dgm:t>
    </dgm:pt>
    <dgm:pt modelId="{791013EE-0716-4996-81F3-1C83AEB6979E}" type="sibTrans" cxnId="{30048A18-EEBC-4614-A8FB-8877543AB2B8}">
      <dgm:prSet/>
      <dgm:spPr/>
      <dgm:t>
        <a:bodyPr/>
        <a:lstStyle/>
        <a:p>
          <a:endParaRPr lang="en-US"/>
        </a:p>
      </dgm:t>
    </dgm:pt>
    <dgm:pt modelId="{16B2DD9F-492E-4869-96D4-F409A06122E6}">
      <dgm:prSet/>
      <dgm:spPr/>
      <dgm:t>
        <a:bodyPr/>
        <a:lstStyle/>
        <a:p>
          <a:r>
            <a:rPr lang="en-US"/>
            <a:t>Local Malaysian tourists (with MyKad)</a:t>
          </a:r>
        </a:p>
      </dgm:t>
    </dgm:pt>
    <dgm:pt modelId="{1E9756A5-C76B-48C9-A058-C2A011FD20E9}" type="parTrans" cxnId="{3695F145-710F-444D-9393-22AF5BE1586A}">
      <dgm:prSet/>
      <dgm:spPr/>
      <dgm:t>
        <a:bodyPr/>
        <a:lstStyle/>
        <a:p>
          <a:endParaRPr lang="en-US"/>
        </a:p>
      </dgm:t>
    </dgm:pt>
    <dgm:pt modelId="{F0387F7B-495A-4CC8-B21F-0252C3874E70}" type="sibTrans" cxnId="{3695F145-710F-444D-9393-22AF5BE1586A}">
      <dgm:prSet/>
      <dgm:spPr/>
      <dgm:t>
        <a:bodyPr/>
        <a:lstStyle/>
        <a:p>
          <a:endParaRPr lang="en-US"/>
        </a:p>
      </dgm:t>
    </dgm:pt>
    <dgm:pt modelId="{4552CD16-C385-499D-AE20-6C7F16BEB701}">
      <dgm:prSet/>
      <dgm:spPr/>
      <dgm:t>
        <a:bodyPr/>
        <a:lstStyle/>
        <a:p>
          <a:r>
            <a:rPr lang="en-US"/>
            <a:t>Anyone needing easy navigation and fast planning</a:t>
          </a:r>
        </a:p>
      </dgm:t>
    </dgm:pt>
    <dgm:pt modelId="{BCC150EC-B302-4E64-A7AC-60C16997AA2E}" type="parTrans" cxnId="{49B55251-F1F1-4C5C-A0C7-1E77A7A14F9E}">
      <dgm:prSet/>
      <dgm:spPr/>
      <dgm:t>
        <a:bodyPr/>
        <a:lstStyle/>
        <a:p>
          <a:endParaRPr lang="en-US"/>
        </a:p>
      </dgm:t>
    </dgm:pt>
    <dgm:pt modelId="{4EF6AEE8-73BF-4976-8A26-024106107088}" type="sibTrans" cxnId="{49B55251-F1F1-4C5C-A0C7-1E77A7A14F9E}">
      <dgm:prSet/>
      <dgm:spPr/>
      <dgm:t>
        <a:bodyPr/>
        <a:lstStyle/>
        <a:p>
          <a:endParaRPr lang="en-US"/>
        </a:p>
      </dgm:t>
    </dgm:pt>
    <dgm:pt modelId="{1F8A157F-6C3E-438A-803F-9BEFF9D0490F}" type="pres">
      <dgm:prSet presAssocID="{38940E8B-3A7A-4352-B009-15F378ADF994}" presName="linear" presStyleCnt="0">
        <dgm:presLayoutVars>
          <dgm:animLvl val="lvl"/>
          <dgm:resizeHandles val="exact"/>
        </dgm:presLayoutVars>
      </dgm:prSet>
      <dgm:spPr/>
    </dgm:pt>
    <dgm:pt modelId="{70F4B0A8-BAFE-4C2E-9D49-8797E6F7B05A}" type="pres">
      <dgm:prSet presAssocID="{379A6072-F6A9-407C-943F-95BE089814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A59B51-5FA8-420D-AC7F-D28AA3FC5544}" type="pres">
      <dgm:prSet presAssocID="{791013EE-0716-4996-81F3-1C83AEB6979E}" presName="spacer" presStyleCnt="0"/>
      <dgm:spPr/>
    </dgm:pt>
    <dgm:pt modelId="{9F84C68C-663E-4EBD-B735-1EB295DA78FF}" type="pres">
      <dgm:prSet presAssocID="{16B2DD9F-492E-4869-96D4-F409A06122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9435CF1-A272-4A92-ACAF-0CE27FE00336}" type="pres">
      <dgm:prSet presAssocID="{F0387F7B-495A-4CC8-B21F-0252C3874E70}" presName="spacer" presStyleCnt="0"/>
      <dgm:spPr/>
    </dgm:pt>
    <dgm:pt modelId="{87DE3CB9-0CBA-4BBA-9D56-E3879527698A}" type="pres">
      <dgm:prSet presAssocID="{4552CD16-C385-499D-AE20-6C7F16BEB70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0048A18-EEBC-4614-A8FB-8877543AB2B8}" srcId="{38940E8B-3A7A-4352-B009-15F378ADF994}" destId="{379A6072-F6A9-407C-943F-95BE089814B2}" srcOrd="0" destOrd="0" parTransId="{46596CD2-6034-4B02-8CA6-F6B9C8A7696C}" sibTransId="{791013EE-0716-4996-81F3-1C83AEB6979E}"/>
    <dgm:cxn modelId="{3607452A-FF2F-4F33-BB0E-F9DB57FBB357}" type="presOf" srcId="{379A6072-F6A9-407C-943F-95BE089814B2}" destId="{70F4B0A8-BAFE-4C2E-9D49-8797E6F7B05A}" srcOrd="0" destOrd="0" presId="urn:microsoft.com/office/officeart/2005/8/layout/vList2"/>
    <dgm:cxn modelId="{0FF1222D-DF4A-4C4C-837D-A6DA0DD219EB}" type="presOf" srcId="{38940E8B-3A7A-4352-B009-15F378ADF994}" destId="{1F8A157F-6C3E-438A-803F-9BEFF9D0490F}" srcOrd="0" destOrd="0" presId="urn:microsoft.com/office/officeart/2005/8/layout/vList2"/>
    <dgm:cxn modelId="{3695F145-710F-444D-9393-22AF5BE1586A}" srcId="{38940E8B-3A7A-4352-B009-15F378ADF994}" destId="{16B2DD9F-492E-4869-96D4-F409A06122E6}" srcOrd="1" destOrd="0" parTransId="{1E9756A5-C76B-48C9-A058-C2A011FD20E9}" sibTransId="{F0387F7B-495A-4CC8-B21F-0252C3874E70}"/>
    <dgm:cxn modelId="{49B55251-F1F1-4C5C-A0C7-1E77A7A14F9E}" srcId="{38940E8B-3A7A-4352-B009-15F378ADF994}" destId="{4552CD16-C385-499D-AE20-6C7F16BEB701}" srcOrd="2" destOrd="0" parTransId="{BCC150EC-B302-4E64-A7AC-60C16997AA2E}" sibTransId="{4EF6AEE8-73BF-4976-8A26-024106107088}"/>
    <dgm:cxn modelId="{4FB4E094-0D3A-4CF3-9065-A16BEC199F3A}" type="presOf" srcId="{4552CD16-C385-499D-AE20-6C7F16BEB701}" destId="{87DE3CB9-0CBA-4BBA-9D56-E3879527698A}" srcOrd="0" destOrd="0" presId="urn:microsoft.com/office/officeart/2005/8/layout/vList2"/>
    <dgm:cxn modelId="{8165EAAB-27CC-4760-9F06-B454E3395E8F}" type="presOf" srcId="{16B2DD9F-492E-4869-96D4-F409A06122E6}" destId="{9F84C68C-663E-4EBD-B735-1EB295DA78FF}" srcOrd="0" destOrd="0" presId="urn:microsoft.com/office/officeart/2005/8/layout/vList2"/>
    <dgm:cxn modelId="{724366D8-D7E4-4B67-99F1-E752B8C4DBE4}" type="presParOf" srcId="{1F8A157F-6C3E-438A-803F-9BEFF9D0490F}" destId="{70F4B0A8-BAFE-4C2E-9D49-8797E6F7B05A}" srcOrd="0" destOrd="0" presId="urn:microsoft.com/office/officeart/2005/8/layout/vList2"/>
    <dgm:cxn modelId="{A0B72EA6-4019-4486-8408-2F7369B52669}" type="presParOf" srcId="{1F8A157F-6C3E-438A-803F-9BEFF9D0490F}" destId="{FDA59B51-5FA8-420D-AC7F-D28AA3FC5544}" srcOrd="1" destOrd="0" presId="urn:microsoft.com/office/officeart/2005/8/layout/vList2"/>
    <dgm:cxn modelId="{4E203768-DD60-403B-A0E9-F09817868FA2}" type="presParOf" srcId="{1F8A157F-6C3E-438A-803F-9BEFF9D0490F}" destId="{9F84C68C-663E-4EBD-B735-1EB295DA78FF}" srcOrd="2" destOrd="0" presId="urn:microsoft.com/office/officeart/2005/8/layout/vList2"/>
    <dgm:cxn modelId="{FAC02A95-4394-440F-B817-48DA54DA400F}" type="presParOf" srcId="{1F8A157F-6C3E-438A-803F-9BEFF9D0490F}" destId="{69435CF1-A272-4A92-ACAF-0CE27FE00336}" srcOrd="3" destOrd="0" presId="urn:microsoft.com/office/officeart/2005/8/layout/vList2"/>
    <dgm:cxn modelId="{DA65120B-BA52-4A73-9DC5-3CE14C932E56}" type="presParOf" srcId="{1F8A157F-6C3E-438A-803F-9BEFF9D0490F}" destId="{87DE3CB9-0CBA-4BBA-9D56-E3879527698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C40357-B715-466E-9790-78E40544523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777981-9220-42C8-ACD0-C0031F63835B}">
      <dgm:prSet/>
      <dgm:spPr/>
      <dgm:t>
        <a:bodyPr/>
        <a:lstStyle/>
        <a:p>
          <a:r>
            <a:rPr lang="en-US"/>
            <a:t>User interacts with React</a:t>
          </a:r>
        </a:p>
      </dgm:t>
    </dgm:pt>
    <dgm:pt modelId="{A43D8421-ED67-4A07-835D-892209E194F6}" type="parTrans" cxnId="{60BD2B35-B3D2-40B5-AA5E-8718FBE0CD49}">
      <dgm:prSet/>
      <dgm:spPr/>
      <dgm:t>
        <a:bodyPr/>
        <a:lstStyle/>
        <a:p>
          <a:endParaRPr lang="en-US"/>
        </a:p>
      </dgm:t>
    </dgm:pt>
    <dgm:pt modelId="{F10839B5-8262-4963-A1A2-5ED1162F473F}" type="sibTrans" cxnId="{60BD2B35-B3D2-40B5-AA5E-8718FBE0CD49}">
      <dgm:prSet/>
      <dgm:spPr/>
      <dgm:t>
        <a:bodyPr/>
        <a:lstStyle/>
        <a:p>
          <a:endParaRPr lang="en-US"/>
        </a:p>
      </dgm:t>
    </dgm:pt>
    <dgm:pt modelId="{29C3AD06-D566-4D92-A135-B3A55E6E6C22}">
      <dgm:prSet/>
      <dgm:spPr/>
      <dgm:t>
        <a:bodyPr/>
        <a:lstStyle/>
        <a:p>
          <a:r>
            <a:rPr lang="en-US"/>
            <a:t>React sends queries to Jamaibase</a:t>
          </a:r>
        </a:p>
      </dgm:t>
    </dgm:pt>
    <dgm:pt modelId="{ED762538-A0B7-4F86-81B4-FAE3CAE942AF}" type="parTrans" cxnId="{BAD9E97D-F47B-47FC-A328-B5E645A7A31E}">
      <dgm:prSet/>
      <dgm:spPr/>
      <dgm:t>
        <a:bodyPr/>
        <a:lstStyle/>
        <a:p>
          <a:endParaRPr lang="en-US"/>
        </a:p>
      </dgm:t>
    </dgm:pt>
    <dgm:pt modelId="{DBE17600-B511-4F83-B4D4-1971C81D73F9}" type="sibTrans" cxnId="{BAD9E97D-F47B-47FC-A328-B5E645A7A31E}">
      <dgm:prSet/>
      <dgm:spPr/>
      <dgm:t>
        <a:bodyPr/>
        <a:lstStyle/>
        <a:p>
          <a:endParaRPr lang="en-US"/>
        </a:p>
      </dgm:t>
    </dgm:pt>
    <dgm:pt modelId="{A1A54AB0-8713-4ECF-BE0A-0B8751C905E5}">
      <dgm:prSet/>
      <dgm:spPr/>
      <dgm:t>
        <a:bodyPr/>
        <a:lstStyle/>
        <a:p>
          <a:r>
            <a:rPr lang="en-US"/>
            <a:t>Jamaibase returns:</a:t>
          </a:r>
        </a:p>
      </dgm:t>
    </dgm:pt>
    <dgm:pt modelId="{ADD16336-F335-4E86-ABED-98F61D5CDDD6}" type="parTrans" cxnId="{B3229A81-6AF2-4D43-982C-EF870C0C4F99}">
      <dgm:prSet/>
      <dgm:spPr/>
      <dgm:t>
        <a:bodyPr/>
        <a:lstStyle/>
        <a:p>
          <a:endParaRPr lang="en-US"/>
        </a:p>
      </dgm:t>
    </dgm:pt>
    <dgm:pt modelId="{AAE2FB63-B188-4AB6-9D98-E546BC1F3C3A}" type="sibTrans" cxnId="{B3229A81-6AF2-4D43-982C-EF870C0C4F99}">
      <dgm:prSet/>
      <dgm:spPr/>
      <dgm:t>
        <a:bodyPr/>
        <a:lstStyle/>
        <a:p>
          <a:endParaRPr lang="en-US"/>
        </a:p>
      </dgm:t>
    </dgm:pt>
    <dgm:pt modelId="{7F8F2FDA-5496-4D2C-8557-43CA5891577B}">
      <dgm:prSet/>
      <dgm:spPr/>
      <dgm:t>
        <a:bodyPr/>
        <a:lstStyle/>
        <a:p>
          <a:r>
            <a:rPr lang="en-US"/>
            <a:t>Tourist data</a:t>
          </a:r>
        </a:p>
      </dgm:t>
    </dgm:pt>
    <dgm:pt modelId="{13992A0D-60A4-482C-BD97-D1D031F095AD}" type="parTrans" cxnId="{D34B70E5-F311-49AA-93AC-4C851C226DE2}">
      <dgm:prSet/>
      <dgm:spPr/>
      <dgm:t>
        <a:bodyPr/>
        <a:lstStyle/>
        <a:p>
          <a:endParaRPr lang="en-US"/>
        </a:p>
      </dgm:t>
    </dgm:pt>
    <dgm:pt modelId="{3BE8EB51-3EFB-48E9-9A84-E7742F581DFD}" type="sibTrans" cxnId="{D34B70E5-F311-49AA-93AC-4C851C226DE2}">
      <dgm:prSet/>
      <dgm:spPr/>
      <dgm:t>
        <a:bodyPr/>
        <a:lstStyle/>
        <a:p>
          <a:endParaRPr lang="en-US"/>
        </a:p>
      </dgm:t>
    </dgm:pt>
    <dgm:pt modelId="{05E89D65-D3F4-4119-A7E0-372CA064406E}">
      <dgm:prSet/>
      <dgm:spPr/>
      <dgm:t>
        <a:bodyPr/>
        <a:lstStyle/>
        <a:p>
          <a:r>
            <a:rPr lang="en-US"/>
            <a:t>Prices</a:t>
          </a:r>
        </a:p>
      </dgm:t>
    </dgm:pt>
    <dgm:pt modelId="{D8DF6267-BA6D-4DB8-B10C-1D3708B170F6}" type="parTrans" cxnId="{14223F27-139E-446C-B1B6-6716FD0A0974}">
      <dgm:prSet/>
      <dgm:spPr/>
      <dgm:t>
        <a:bodyPr/>
        <a:lstStyle/>
        <a:p>
          <a:endParaRPr lang="en-US"/>
        </a:p>
      </dgm:t>
    </dgm:pt>
    <dgm:pt modelId="{12EDDC1A-BB31-42F8-B9A6-AF0B3293CCA8}" type="sibTrans" cxnId="{14223F27-139E-446C-B1B6-6716FD0A0974}">
      <dgm:prSet/>
      <dgm:spPr/>
      <dgm:t>
        <a:bodyPr/>
        <a:lstStyle/>
        <a:p>
          <a:endParaRPr lang="en-US"/>
        </a:p>
      </dgm:t>
    </dgm:pt>
    <dgm:pt modelId="{755836FC-FAE6-4A0F-856F-0A278465F208}">
      <dgm:prSet/>
      <dgm:spPr/>
      <dgm:t>
        <a:bodyPr/>
        <a:lstStyle/>
        <a:p>
          <a:r>
            <a:rPr lang="en-US"/>
            <a:t>Food recommendations</a:t>
          </a:r>
        </a:p>
      </dgm:t>
    </dgm:pt>
    <dgm:pt modelId="{D8236406-E602-41BF-ABC9-51E5B8499BA1}" type="parTrans" cxnId="{33DA75B1-A887-454E-BD45-B307AAD3D993}">
      <dgm:prSet/>
      <dgm:spPr/>
      <dgm:t>
        <a:bodyPr/>
        <a:lstStyle/>
        <a:p>
          <a:endParaRPr lang="en-US"/>
        </a:p>
      </dgm:t>
    </dgm:pt>
    <dgm:pt modelId="{37D50CF0-F99B-4723-972B-90599593D290}" type="sibTrans" cxnId="{33DA75B1-A887-454E-BD45-B307AAD3D993}">
      <dgm:prSet/>
      <dgm:spPr/>
      <dgm:t>
        <a:bodyPr/>
        <a:lstStyle/>
        <a:p>
          <a:endParaRPr lang="en-US"/>
        </a:p>
      </dgm:t>
    </dgm:pt>
    <dgm:pt modelId="{34E58B9F-8207-4E73-A8C5-162435631A71}">
      <dgm:prSet/>
      <dgm:spPr/>
      <dgm:t>
        <a:bodyPr/>
        <a:lstStyle/>
        <a:p>
          <a:r>
            <a:rPr lang="en-US"/>
            <a:t>Navigation info</a:t>
          </a:r>
        </a:p>
      </dgm:t>
    </dgm:pt>
    <dgm:pt modelId="{AD7E96F9-7B18-4313-874B-90A572787E84}" type="parTrans" cxnId="{D259B9EB-285C-4B78-9F21-04AA938AAC8A}">
      <dgm:prSet/>
      <dgm:spPr/>
      <dgm:t>
        <a:bodyPr/>
        <a:lstStyle/>
        <a:p>
          <a:endParaRPr lang="en-US"/>
        </a:p>
      </dgm:t>
    </dgm:pt>
    <dgm:pt modelId="{6163AC3C-5FB3-4BF6-A3B3-8B29543925CD}" type="sibTrans" cxnId="{D259B9EB-285C-4B78-9F21-04AA938AAC8A}">
      <dgm:prSet/>
      <dgm:spPr/>
      <dgm:t>
        <a:bodyPr/>
        <a:lstStyle/>
        <a:p>
          <a:endParaRPr lang="en-US"/>
        </a:p>
      </dgm:t>
    </dgm:pt>
    <dgm:pt modelId="{F0AA0412-9BD8-4590-8B61-DE3C6067330E}">
      <dgm:prSet/>
      <dgm:spPr/>
      <dgm:t>
        <a:bodyPr/>
        <a:lstStyle/>
        <a:p>
          <a:r>
            <a:rPr lang="en-US"/>
            <a:t>AI processes results --&gt; React displays personalized output</a:t>
          </a:r>
        </a:p>
      </dgm:t>
    </dgm:pt>
    <dgm:pt modelId="{08840B29-757A-4B05-A3E1-9F28259C1AE3}" type="parTrans" cxnId="{4255C2F9-A98E-47FA-8EE3-BC8DB9F7BEB7}">
      <dgm:prSet/>
      <dgm:spPr/>
      <dgm:t>
        <a:bodyPr/>
        <a:lstStyle/>
        <a:p>
          <a:endParaRPr lang="en-US"/>
        </a:p>
      </dgm:t>
    </dgm:pt>
    <dgm:pt modelId="{C231B8FA-0496-4D0D-8970-15B68C095D45}" type="sibTrans" cxnId="{4255C2F9-A98E-47FA-8EE3-BC8DB9F7BEB7}">
      <dgm:prSet/>
      <dgm:spPr/>
      <dgm:t>
        <a:bodyPr/>
        <a:lstStyle/>
        <a:p>
          <a:endParaRPr lang="en-US"/>
        </a:p>
      </dgm:t>
    </dgm:pt>
    <dgm:pt modelId="{3EFB2D0B-C318-4A5B-BD84-A52023869651}" type="pres">
      <dgm:prSet presAssocID="{F4C40357-B715-466E-9790-78E40544523B}" presName="linear" presStyleCnt="0">
        <dgm:presLayoutVars>
          <dgm:animLvl val="lvl"/>
          <dgm:resizeHandles val="exact"/>
        </dgm:presLayoutVars>
      </dgm:prSet>
      <dgm:spPr/>
    </dgm:pt>
    <dgm:pt modelId="{DF002065-0A3C-47DA-89F7-A9011C372472}" type="pres">
      <dgm:prSet presAssocID="{C2777981-9220-42C8-ACD0-C0031F6383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700F80-FA20-4B1D-8EE8-674DEA3BA054}" type="pres">
      <dgm:prSet presAssocID="{F10839B5-8262-4963-A1A2-5ED1162F473F}" presName="spacer" presStyleCnt="0"/>
      <dgm:spPr/>
    </dgm:pt>
    <dgm:pt modelId="{1A92D8C0-7B76-4524-A34D-A034E2E068E8}" type="pres">
      <dgm:prSet presAssocID="{29C3AD06-D566-4D92-A135-B3A55E6E6C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E2EFA7-5024-4D12-AEDA-780DEF67BDF3}" type="pres">
      <dgm:prSet presAssocID="{DBE17600-B511-4F83-B4D4-1971C81D73F9}" presName="spacer" presStyleCnt="0"/>
      <dgm:spPr/>
    </dgm:pt>
    <dgm:pt modelId="{FE4BD5AB-AAE5-4637-A42D-271133739FC6}" type="pres">
      <dgm:prSet presAssocID="{A1A54AB0-8713-4ECF-BE0A-0B8751C905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7AC9D8-7BC6-4F35-ADFB-70420883C739}" type="pres">
      <dgm:prSet presAssocID="{A1A54AB0-8713-4ECF-BE0A-0B8751C905E5}" presName="childText" presStyleLbl="revTx" presStyleIdx="0" presStyleCnt="1">
        <dgm:presLayoutVars>
          <dgm:bulletEnabled val="1"/>
        </dgm:presLayoutVars>
      </dgm:prSet>
      <dgm:spPr/>
    </dgm:pt>
    <dgm:pt modelId="{FFB92730-2353-4D02-8777-4CB8C683A2DF}" type="pres">
      <dgm:prSet presAssocID="{F0AA0412-9BD8-4590-8B61-DE3C606733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F10E1E-92C7-41EB-BE3F-6D554E50101B}" type="presOf" srcId="{34E58B9F-8207-4E73-A8C5-162435631A71}" destId="{C47AC9D8-7BC6-4F35-ADFB-70420883C739}" srcOrd="0" destOrd="3" presId="urn:microsoft.com/office/officeart/2005/8/layout/vList2"/>
    <dgm:cxn modelId="{14223F27-139E-446C-B1B6-6716FD0A0974}" srcId="{A1A54AB0-8713-4ECF-BE0A-0B8751C905E5}" destId="{05E89D65-D3F4-4119-A7E0-372CA064406E}" srcOrd="1" destOrd="0" parTransId="{D8DF6267-BA6D-4DB8-B10C-1D3708B170F6}" sibTransId="{12EDDC1A-BB31-42F8-B9A6-AF0B3293CCA8}"/>
    <dgm:cxn modelId="{789B6134-A44A-4891-87C7-FD0E78B469B0}" type="presOf" srcId="{A1A54AB0-8713-4ECF-BE0A-0B8751C905E5}" destId="{FE4BD5AB-AAE5-4637-A42D-271133739FC6}" srcOrd="0" destOrd="0" presId="urn:microsoft.com/office/officeart/2005/8/layout/vList2"/>
    <dgm:cxn modelId="{60BD2B35-B3D2-40B5-AA5E-8718FBE0CD49}" srcId="{F4C40357-B715-466E-9790-78E40544523B}" destId="{C2777981-9220-42C8-ACD0-C0031F63835B}" srcOrd="0" destOrd="0" parTransId="{A43D8421-ED67-4A07-835D-892209E194F6}" sibTransId="{F10839B5-8262-4963-A1A2-5ED1162F473F}"/>
    <dgm:cxn modelId="{BAD9E97D-F47B-47FC-A328-B5E645A7A31E}" srcId="{F4C40357-B715-466E-9790-78E40544523B}" destId="{29C3AD06-D566-4D92-A135-B3A55E6E6C22}" srcOrd="1" destOrd="0" parTransId="{ED762538-A0B7-4F86-81B4-FAE3CAE942AF}" sibTransId="{DBE17600-B511-4F83-B4D4-1971C81D73F9}"/>
    <dgm:cxn modelId="{B3229A81-6AF2-4D43-982C-EF870C0C4F99}" srcId="{F4C40357-B715-466E-9790-78E40544523B}" destId="{A1A54AB0-8713-4ECF-BE0A-0B8751C905E5}" srcOrd="2" destOrd="0" parTransId="{ADD16336-F335-4E86-ABED-98F61D5CDDD6}" sibTransId="{AAE2FB63-B188-4AB6-9D98-E546BC1F3C3A}"/>
    <dgm:cxn modelId="{836AA582-3074-4B11-A82D-6BDB90422E29}" type="presOf" srcId="{05E89D65-D3F4-4119-A7E0-372CA064406E}" destId="{C47AC9D8-7BC6-4F35-ADFB-70420883C739}" srcOrd="0" destOrd="1" presId="urn:microsoft.com/office/officeart/2005/8/layout/vList2"/>
    <dgm:cxn modelId="{CFF0A5AE-0882-45ED-9700-F23728F0C504}" type="presOf" srcId="{C2777981-9220-42C8-ACD0-C0031F63835B}" destId="{DF002065-0A3C-47DA-89F7-A9011C372472}" srcOrd="0" destOrd="0" presId="urn:microsoft.com/office/officeart/2005/8/layout/vList2"/>
    <dgm:cxn modelId="{7AEB68AF-ACC3-48E2-B5BE-DF4EA5646E93}" type="presOf" srcId="{29C3AD06-D566-4D92-A135-B3A55E6E6C22}" destId="{1A92D8C0-7B76-4524-A34D-A034E2E068E8}" srcOrd="0" destOrd="0" presId="urn:microsoft.com/office/officeart/2005/8/layout/vList2"/>
    <dgm:cxn modelId="{33DA75B1-A887-454E-BD45-B307AAD3D993}" srcId="{A1A54AB0-8713-4ECF-BE0A-0B8751C905E5}" destId="{755836FC-FAE6-4A0F-856F-0A278465F208}" srcOrd="2" destOrd="0" parTransId="{D8236406-E602-41BF-ABC9-51E5B8499BA1}" sibTransId="{37D50CF0-F99B-4723-972B-90599593D290}"/>
    <dgm:cxn modelId="{4EB11EBB-6369-43DD-99CF-79CC5C6A8C09}" type="presOf" srcId="{755836FC-FAE6-4A0F-856F-0A278465F208}" destId="{C47AC9D8-7BC6-4F35-ADFB-70420883C739}" srcOrd="0" destOrd="2" presId="urn:microsoft.com/office/officeart/2005/8/layout/vList2"/>
    <dgm:cxn modelId="{91DAA3C2-D71E-4E79-99EF-8283659E1446}" type="presOf" srcId="{F0AA0412-9BD8-4590-8B61-DE3C6067330E}" destId="{FFB92730-2353-4D02-8777-4CB8C683A2DF}" srcOrd="0" destOrd="0" presId="urn:microsoft.com/office/officeart/2005/8/layout/vList2"/>
    <dgm:cxn modelId="{2BEEFFD3-2A0D-49FB-9B75-F0BE3E27577A}" type="presOf" srcId="{F4C40357-B715-466E-9790-78E40544523B}" destId="{3EFB2D0B-C318-4A5B-BD84-A52023869651}" srcOrd="0" destOrd="0" presId="urn:microsoft.com/office/officeart/2005/8/layout/vList2"/>
    <dgm:cxn modelId="{FFD644DB-A993-44A1-9C29-2F57647B39C9}" type="presOf" srcId="{7F8F2FDA-5496-4D2C-8557-43CA5891577B}" destId="{C47AC9D8-7BC6-4F35-ADFB-70420883C739}" srcOrd="0" destOrd="0" presId="urn:microsoft.com/office/officeart/2005/8/layout/vList2"/>
    <dgm:cxn modelId="{D34B70E5-F311-49AA-93AC-4C851C226DE2}" srcId="{A1A54AB0-8713-4ECF-BE0A-0B8751C905E5}" destId="{7F8F2FDA-5496-4D2C-8557-43CA5891577B}" srcOrd="0" destOrd="0" parTransId="{13992A0D-60A4-482C-BD97-D1D031F095AD}" sibTransId="{3BE8EB51-3EFB-48E9-9A84-E7742F581DFD}"/>
    <dgm:cxn modelId="{D259B9EB-285C-4B78-9F21-04AA938AAC8A}" srcId="{A1A54AB0-8713-4ECF-BE0A-0B8751C905E5}" destId="{34E58B9F-8207-4E73-A8C5-162435631A71}" srcOrd="3" destOrd="0" parTransId="{AD7E96F9-7B18-4313-874B-90A572787E84}" sibTransId="{6163AC3C-5FB3-4BF6-A3B3-8B29543925CD}"/>
    <dgm:cxn modelId="{4255C2F9-A98E-47FA-8EE3-BC8DB9F7BEB7}" srcId="{F4C40357-B715-466E-9790-78E40544523B}" destId="{F0AA0412-9BD8-4590-8B61-DE3C6067330E}" srcOrd="3" destOrd="0" parTransId="{08840B29-757A-4B05-A3E1-9F28259C1AE3}" sibTransId="{C231B8FA-0496-4D0D-8970-15B68C095D45}"/>
    <dgm:cxn modelId="{BF4F6233-4645-4A27-8448-24C63B07238D}" type="presParOf" srcId="{3EFB2D0B-C318-4A5B-BD84-A52023869651}" destId="{DF002065-0A3C-47DA-89F7-A9011C372472}" srcOrd="0" destOrd="0" presId="urn:microsoft.com/office/officeart/2005/8/layout/vList2"/>
    <dgm:cxn modelId="{D2F016FF-7F16-4080-8B57-C50E8EA730A5}" type="presParOf" srcId="{3EFB2D0B-C318-4A5B-BD84-A52023869651}" destId="{73700F80-FA20-4B1D-8EE8-674DEA3BA054}" srcOrd="1" destOrd="0" presId="urn:microsoft.com/office/officeart/2005/8/layout/vList2"/>
    <dgm:cxn modelId="{70599B15-AF36-48D9-8033-0B20DDACD779}" type="presParOf" srcId="{3EFB2D0B-C318-4A5B-BD84-A52023869651}" destId="{1A92D8C0-7B76-4524-A34D-A034E2E068E8}" srcOrd="2" destOrd="0" presId="urn:microsoft.com/office/officeart/2005/8/layout/vList2"/>
    <dgm:cxn modelId="{163B5D28-76A2-4B97-AA31-B12D6EB49D61}" type="presParOf" srcId="{3EFB2D0B-C318-4A5B-BD84-A52023869651}" destId="{25E2EFA7-5024-4D12-AEDA-780DEF67BDF3}" srcOrd="3" destOrd="0" presId="urn:microsoft.com/office/officeart/2005/8/layout/vList2"/>
    <dgm:cxn modelId="{A61B296D-EB40-49B7-8EBF-3687F905E9CF}" type="presParOf" srcId="{3EFB2D0B-C318-4A5B-BD84-A52023869651}" destId="{FE4BD5AB-AAE5-4637-A42D-271133739FC6}" srcOrd="4" destOrd="0" presId="urn:microsoft.com/office/officeart/2005/8/layout/vList2"/>
    <dgm:cxn modelId="{B254D7DE-5246-49FB-AEA7-496A26D855DD}" type="presParOf" srcId="{3EFB2D0B-C318-4A5B-BD84-A52023869651}" destId="{C47AC9D8-7BC6-4F35-ADFB-70420883C739}" srcOrd="5" destOrd="0" presId="urn:microsoft.com/office/officeart/2005/8/layout/vList2"/>
    <dgm:cxn modelId="{77898C5A-3C5B-411E-8AC6-EA713F2BB528}" type="presParOf" srcId="{3EFB2D0B-C318-4A5B-BD84-A52023869651}" destId="{FFB92730-2353-4D02-8777-4CB8C683A2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7FF2F9-4C69-42DC-8F38-86DFE9E528E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D22A08-6EA8-4474-80F4-3796D01DABAE}">
      <dgm:prSet/>
      <dgm:spPr/>
      <dgm:t>
        <a:bodyPr/>
        <a:lstStyle/>
        <a:p>
          <a:r>
            <a:rPr lang="en-US"/>
            <a:t>Feature 1: Smart Prediction &amp; Filtering</a:t>
          </a:r>
        </a:p>
      </dgm:t>
    </dgm:pt>
    <dgm:pt modelId="{38BAFF08-BD8C-4636-A215-0AABECEC5BAD}" type="parTrans" cxnId="{5C384A06-58D5-46B8-AC57-D065D6D92260}">
      <dgm:prSet/>
      <dgm:spPr/>
      <dgm:t>
        <a:bodyPr/>
        <a:lstStyle/>
        <a:p>
          <a:endParaRPr lang="en-US"/>
        </a:p>
      </dgm:t>
    </dgm:pt>
    <dgm:pt modelId="{39DF2991-F12D-48B9-972F-B405395C8A0F}" type="sibTrans" cxnId="{5C384A06-58D5-46B8-AC57-D065D6D92260}">
      <dgm:prSet/>
      <dgm:spPr/>
      <dgm:t>
        <a:bodyPr/>
        <a:lstStyle/>
        <a:p>
          <a:endParaRPr lang="en-US"/>
        </a:p>
      </dgm:t>
    </dgm:pt>
    <dgm:pt modelId="{743F6572-3F7A-4758-90C0-C0980CA40C9E}">
      <dgm:prSet/>
      <dgm:spPr/>
      <dgm:t>
        <a:bodyPr/>
        <a:lstStyle/>
        <a:p>
          <a:r>
            <a:rPr lang="en-US"/>
            <a:t>Feature 2: Daily Trip Planner (AI Itinerary Generator)</a:t>
          </a:r>
        </a:p>
      </dgm:t>
    </dgm:pt>
    <dgm:pt modelId="{351E94D5-9690-4BD5-B91E-BA7998474CE6}" type="parTrans" cxnId="{09BB0B7D-FE6C-4174-AD0B-D2B7E6FB5992}">
      <dgm:prSet/>
      <dgm:spPr/>
      <dgm:t>
        <a:bodyPr/>
        <a:lstStyle/>
        <a:p>
          <a:endParaRPr lang="en-US"/>
        </a:p>
      </dgm:t>
    </dgm:pt>
    <dgm:pt modelId="{3A95563A-2D02-49E1-A206-4CC21664CC90}" type="sibTrans" cxnId="{09BB0B7D-FE6C-4174-AD0B-D2B7E6FB5992}">
      <dgm:prSet/>
      <dgm:spPr/>
      <dgm:t>
        <a:bodyPr/>
        <a:lstStyle/>
        <a:p>
          <a:endParaRPr lang="en-US"/>
        </a:p>
      </dgm:t>
    </dgm:pt>
    <dgm:pt modelId="{1F606EF5-020C-4C45-9F4B-8DF69C0CF720}">
      <dgm:prSet/>
      <dgm:spPr/>
      <dgm:t>
        <a:bodyPr/>
        <a:lstStyle/>
        <a:p>
          <a:r>
            <a:rPr lang="en-US"/>
            <a:t>Feature 3: Image/Text Spot Recognition</a:t>
          </a:r>
        </a:p>
      </dgm:t>
    </dgm:pt>
    <dgm:pt modelId="{E6E3EE47-32F9-44FB-BFF0-DC0D005042F9}" type="parTrans" cxnId="{773BA4DA-7A66-412D-A7F6-6A1F1519AA9D}">
      <dgm:prSet/>
      <dgm:spPr/>
      <dgm:t>
        <a:bodyPr/>
        <a:lstStyle/>
        <a:p>
          <a:endParaRPr lang="en-US"/>
        </a:p>
      </dgm:t>
    </dgm:pt>
    <dgm:pt modelId="{AE7F5997-3A60-4FD3-84E0-42CA1E97510E}" type="sibTrans" cxnId="{773BA4DA-7A66-412D-A7F6-6A1F1519AA9D}">
      <dgm:prSet/>
      <dgm:spPr/>
      <dgm:t>
        <a:bodyPr/>
        <a:lstStyle/>
        <a:p>
          <a:endParaRPr lang="en-US"/>
        </a:p>
      </dgm:t>
    </dgm:pt>
    <dgm:pt modelId="{B35230A6-1083-498B-AAD3-C5FA12645682}">
      <dgm:prSet/>
      <dgm:spPr/>
      <dgm:t>
        <a:bodyPr/>
        <a:lstStyle/>
        <a:p>
          <a:r>
            <a:rPr lang="en-US"/>
            <a:t>Feature 4: User History Tracking</a:t>
          </a:r>
        </a:p>
      </dgm:t>
    </dgm:pt>
    <dgm:pt modelId="{8F27DEF6-38CD-4FD7-BE2D-1483E28A80B3}" type="parTrans" cxnId="{55386705-1AA5-4365-A39B-F42F58BE27AD}">
      <dgm:prSet/>
      <dgm:spPr/>
      <dgm:t>
        <a:bodyPr/>
        <a:lstStyle/>
        <a:p>
          <a:endParaRPr lang="en-US"/>
        </a:p>
      </dgm:t>
    </dgm:pt>
    <dgm:pt modelId="{1CF8223A-7B27-4CCE-B9AD-91794121B266}" type="sibTrans" cxnId="{55386705-1AA5-4365-A39B-F42F58BE27AD}">
      <dgm:prSet/>
      <dgm:spPr/>
      <dgm:t>
        <a:bodyPr/>
        <a:lstStyle/>
        <a:p>
          <a:endParaRPr lang="en-US"/>
        </a:p>
      </dgm:t>
    </dgm:pt>
    <dgm:pt modelId="{821A29F3-6F4B-44B0-BF12-753C8226C196}" type="pres">
      <dgm:prSet presAssocID="{967FF2F9-4C69-42DC-8F38-86DFE9E528E7}" presName="linear" presStyleCnt="0">
        <dgm:presLayoutVars>
          <dgm:animLvl val="lvl"/>
          <dgm:resizeHandles val="exact"/>
        </dgm:presLayoutVars>
      </dgm:prSet>
      <dgm:spPr/>
    </dgm:pt>
    <dgm:pt modelId="{35B80F2A-5BA6-4FAD-AFE6-E319609F3F00}" type="pres">
      <dgm:prSet presAssocID="{0DD22A08-6EA8-4474-80F4-3796D01DAB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BB2F65-AA6D-44B0-AB44-1299806A9A35}" type="pres">
      <dgm:prSet presAssocID="{39DF2991-F12D-48B9-972F-B405395C8A0F}" presName="spacer" presStyleCnt="0"/>
      <dgm:spPr/>
    </dgm:pt>
    <dgm:pt modelId="{B1845A55-48A1-4CF8-91F7-3F6FF198030C}" type="pres">
      <dgm:prSet presAssocID="{743F6572-3F7A-4758-90C0-C0980CA40C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312B57-ABBE-46F9-BE1C-4BFAF3CD4B9F}" type="pres">
      <dgm:prSet presAssocID="{3A95563A-2D02-49E1-A206-4CC21664CC90}" presName="spacer" presStyleCnt="0"/>
      <dgm:spPr/>
    </dgm:pt>
    <dgm:pt modelId="{97835DFB-FBE3-4882-AD49-7143FE7A3009}" type="pres">
      <dgm:prSet presAssocID="{1F606EF5-020C-4C45-9F4B-8DF69C0CF7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6FD47D-DC27-4758-8B22-54B05393B596}" type="pres">
      <dgm:prSet presAssocID="{AE7F5997-3A60-4FD3-84E0-42CA1E97510E}" presName="spacer" presStyleCnt="0"/>
      <dgm:spPr/>
    </dgm:pt>
    <dgm:pt modelId="{9C137FE0-7047-4E3C-AB15-75A03C98CBA3}" type="pres">
      <dgm:prSet presAssocID="{B35230A6-1083-498B-AAD3-C5FA126456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386705-1AA5-4365-A39B-F42F58BE27AD}" srcId="{967FF2F9-4C69-42DC-8F38-86DFE9E528E7}" destId="{B35230A6-1083-498B-AAD3-C5FA12645682}" srcOrd="3" destOrd="0" parTransId="{8F27DEF6-38CD-4FD7-BE2D-1483E28A80B3}" sibTransId="{1CF8223A-7B27-4CCE-B9AD-91794121B266}"/>
    <dgm:cxn modelId="{5C384A06-58D5-46B8-AC57-D065D6D92260}" srcId="{967FF2F9-4C69-42DC-8F38-86DFE9E528E7}" destId="{0DD22A08-6EA8-4474-80F4-3796D01DABAE}" srcOrd="0" destOrd="0" parTransId="{38BAFF08-BD8C-4636-A215-0AABECEC5BAD}" sibTransId="{39DF2991-F12D-48B9-972F-B405395C8A0F}"/>
    <dgm:cxn modelId="{8309C83F-3209-4835-8466-F6BBADC37F9A}" type="presOf" srcId="{B35230A6-1083-498B-AAD3-C5FA12645682}" destId="{9C137FE0-7047-4E3C-AB15-75A03C98CBA3}" srcOrd="0" destOrd="0" presId="urn:microsoft.com/office/officeart/2005/8/layout/vList2"/>
    <dgm:cxn modelId="{09BB0B7D-FE6C-4174-AD0B-D2B7E6FB5992}" srcId="{967FF2F9-4C69-42DC-8F38-86DFE9E528E7}" destId="{743F6572-3F7A-4758-90C0-C0980CA40C9E}" srcOrd="1" destOrd="0" parTransId="{351E94D5-9690-4BD5-B91E-BA7998474CE6}" sibTransId="{3A95563A-2D02-49E1-A206-4CC21664CC90}"/>
    <dgm:cxn modelId="{B2652989-F894-42AB-B469-EDAA65C5E4B9}" type="presOf" srcId="{967FF2F9-4C69-42DC-8F38-86DFE9E528E7}" destId="{821A29F3-6F4B-44B0-BF12-753C8226C196}" srcOrd="0" destOrd="0" presId="urn:microsoft.com/office/officeart/2005/8/layout/vList2"/>
    <dgm:cxn modelId="{772A158E-9AB1-48D2-B2B0-F50594FED919}" type="presOf" srcId="{743F6572-3F7A-4758-90C0-C0980CA40C9E}" destId="{B1845A55-48A1-4CF8-91F7-3F6FF198030C}" srcOrd="0" destOrd="0" presId="urn:microsoft.com/office/officeart/2005/8/layout/vList2"/>
    <dgm:cxn modelId="{5026EBC1-3EA4-4890-93C8-BF701768B752}" type="presOf" srcId="{0DD22A08-6EA8-4474-80F4-3796D01DABAE}" destId="{35B80F2A-5BA6-4FAD-AFE6-E319609F3F00}" srcOrd="0" destOrd="0" presId="urn:microsoft.com/office/officeart/2005/8/layout/vList2"/>
    <dgm:cxn modelId="{773BA4DA-7A66-412D-A7F6-6A1F1519AA9D}" srcId="{967FF2F9-4C69-42DC-8F38-86DFE9E528E7}" destId="{1F606EF5-020C-4C45-9F4B-8DF69C0CF720}" srcOrd="2" destOrd="0" parTransId="{E6E3EE47-32F9-44FB-BFF0-DC0D005042F9}" sibTransId="{AE7F5997-3A60-4FD3-84E0-42CA1E97510E}"/>
    <dgm:cxn modelId="{1349B8E7-C261-4220-9887-15E209D68793}" type="presOf" srcId="{1F606EF5-020C-4C45-9F4B-8DF69C0CF720}" destId="{97835DFB-FBE3-4882-AD49-7143FE7A3009}" srcOrd="0" destOrd="0" presId="urn:microsoft.com/office/officeart/2005/8/layout/vList2"/>
    <dgm:cxn modelId="{76B1D126-A4FD-4DAB-BAA4-7E961186278C}" type="presParOf" srcId="{821A29F3-6F4B-44B0-BF12-753C8226C196}" destId="{35B80F2A-5BA6-4FAD-AFE6-E319609F3F00}" srcOrd="0" destOrd="0" presId="urn:microsoft.com/office/officeart/2005/8/layout/vList2"/>
    <dgm:cxn modelId="{3EC998FE-81D8-4B11-83B5-911EE4E19705}" type="presParOf" srcId="{821A29F3-6F4B-44B0-BF12-753C8226C196}" destId="{AFBB2F65-AA6D-44B0-AB44-1299806A9A35}" srcOrd="1" destOrd="0" presId="urn:microsoft.com/office/officeart/2005/8/layout/vList2"/>
    <dgm:cxn modelId="{C2FF97DA-CA7F-4AD2-A6E0-ACD1C5059F12}" type="presParOf" srcId="{821A29F3-6F4B-44B0-BF12-753C8226C196}" destId="{B1845A55-48A1-4CF8-91F7-3F6FF198030C}" srcOrd="2" destOrd="0" presId="urn:microsoft.com/office/officeart/2005/8/layout/vList2"/>
    <dgm:cxn modelId="{44FD18CB-3FFC-4401-8818-B19964DD50B5}" type="presParOf" srcId="{821A29F3-6F4B-44B0-BF12-753C8226C196}" destId="{4C312B57-ABBE-46F9-BE1C-4BFAF3CD4B9F}" srcOrd="3" destOrd="0" presId="urn:microsoft.com/office/officeart/2005/8/layout/vList2"/>
    <dgm:cxn modelId="{E01849E3-6A2B-48E5-BE13-07D25AC0147D}" type="presParOf" srcId="{821A29F3-6F4B-44B0-BF12-753C8226C196}" destId="{97835DFB-FBE3-4882-AD49-7143FE7A3009}" srcOrd="4" destOrd="0" presId="urn:microsoft.com/office/officeart/2005/8/layout/vList2"/>
    <dgm:cxn modelId="{2BD7F018-51EA-4784-A8E8-1070ECA5707D}" type="presParOf" srcId="{821A29F3-6F4B-44B0-BF12-753C8226C196}" destId="{3F6FD47D-DC27-4758-8B22-54B05393B596}" srcOrd="5" destOrd="0" presId="urn:microsoft.com/office/officeart/2005/8/layout/vList2"/>
    <dgm:cxn modelId="{815EF316-ACC0-4ABB-8513-4CFA0D49377F}" type="presParOf" srcId="{821A29F3-6F4B-44B0-BF12-753C8226C196}" destId="{9C137FE0-7047-4E3C-AB15-75A03C98CB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B7E5AB-EB0E-47F4-86B3-D66786F9ACB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A1499D-D1FE-482B-AD15-5411B8878CB4}">
      <dgm:prSet/>
      <dgm:spPr/>
      <dgm:t>
        <a:bodyPr/>
        <a:lstStyle/>
        <a:p>
          <a:r>
            <a:rPr lang="en-US"/>
            <a:t>Tap result -&gt; Full details:</a:t>
          </a:r>
        </a:p>
      </dgm:t>
    </dgm:pt>
    <dgm:pt modelId="{B40232AF-9C9A-45BF-BD74-CF62E40F3309}" type="parTrans" cxnId="{18A6A5FF-A75E-495A-9568-199DD964A72C}">
      <dgm:prSet/>
      <dgm:spPr/>
      <dgm:t>
        <a:bodyPr/>
        <a:lstStyle/>
        <a:p>
          <a:endParaRPr lang="en-US"/>
        </a:p>
      </dgm:t>
    </dgm:pt>
    <dgm:pt modelId="{781E41A6-37F0-4749-A785-2BFA7D282C8C}" type="sibTrans" cxnId="{18A6A5FF-A75E-495A-9568-199DD964A72C}">
      <dgm:prSet/>
      <dgm:spPr/>
      <dgm:t>
        <a:bodyPr/>
        <a:lstStyle/>
        <a:p>
          <a:endParaRPr lang="en-US"/>
        </a:p>
      </dgm:t>
    </dgm:pt>
    <dgm:pt modelId="{BA4F25E5-B4DE-43A4-A140-C2D3C2AE925F}">
      <dgm:prSet/>
      <dgm:spPr/>
      <dgm:t>
        <a:bodyPr/>
        <a:lstStyle/>
        <a:p>
          <a:r>
            <a:rPr lang="en-US"/>
            <a:t>Description</a:t>
          </a:r>
        </a:p>
      </dgm:t>
    </dgm:pt>
    <dgm:pt modelId="{3D8F760F-C134-4E0D-9C01-2ACBDC1EA41C}" type="parTrans" cxnId="{33EF83AD-66F3-4921-8C81-B62924DBD348}">
      <dgm:prSet/>
      <dgm:spPr/>
      <dgm:t>
        <a:bodyPr/>
        <a:lstStyle/>
        <a:p>
          <a:endParaRPr lang="en-US"/>
        </a:p>
      </dgm:t>
    </dgm:pt>
    <dgm:pt modelId="{7ABAC1A6-E9CA-41D7-96F6-DAC1135D2A11}" type="sibTrans" cxnId="{33EF83AD-66F3-4921-8C81-B62924DBD348}">
      <dgm:prSet/>
      <dgm:spPr/>
      <dgm:t>
        <a:bodyPr/>
        <a:lstStyle/>
        <a:p>
          <a:endParaRPr lang="en-US"/>
        </a:p>
      </dgm:t>
    </dgm:pt>
    <dgm:pt modelId="{3B82DE74-B0B2-49D4-BCA8-3BC2EFB0380A}">
      <dgm:prSet/>
      <dgm:spPr/>
      <dgm:t>
        <a:bodyPr/>
        <a:lstStyle/>
        <a:p>
          <a:r>
            <a:rPr lang="en-US"/>
            <a:t>Price range (food)</a:t>
          </a:r>
        </a:p>
      </dgm:t>
    </dgm:pt>
    <dgm:pt modelId="{8541C667-C5FF-4E7A-B146-8FBD62D27609}" type="parTrans" cxnId="{F9E6CD8D-1BE3-478F-A0E5-46E658EA23E8}">
      <dgm:prSet/>
      <dgm:spPr/>
      <dgm:t>
        <a:bodyPr/>
        <a:lstStyle/>
        <a:p>
          <a:endParaRPr lang="en-US"/>
        </a:p>
      </dgm:t>
    </dgm:pt>
    <dgm:pt modelId="{76D1760D-DF13-46BA-8DC7-BD55028B2858}" type="sibTrans" cxnId="{F9E6CD8D-1BE3-478F-A0E5-46E658EA23E8}">
      <dgm:prSet/>
      <dgm:spPr/>
      <dgm:t>
        <a:bodyPr/>
        <a:lstStyle/>
        <a:p>
          <a:endParaRPr lang="en-US"/>
        </a:p>
      </dgm:t>
    </dgm:pt>
    <dgm:pt modelId="{199AB0B7-0999-4F59-99E1-53B0F6F60EA9}">
      <dgm:prSet/>
      <dgm:spPr/>
      <dgm:t>
        <a:bodyPr/>
        <a:lstStyle/>
        <a:p>
          <a:r>
            <a:rPr lang="en-US"/>
            <a:t>Halal status</a:t>
          </a:r>
        </a:p>
      </dgm:t>
    </dgm:pt>
    <dgm:pt modelId="{DF5E8F37-452D-4BBA-87AC-E2D95B22076A}" type="parTrans" cxnId="{94BDA551-E2DA-4F93-B20F-F8D3C1FD2D94}">
      <dgm:prSet/>
      <dgm:spPr/>
      <dgm:t>
        <a:bodyPr/>
        <a:lstStyle/>
        <a:p>
          <a:endParaRPr lang="en-US"/>
        </a:p>
      </dgm:t>
    </dgm:pt>
    <dgm:pt modelId="{B7062B35-ED06-41F4-BCDD-234219B06701}" type="sibTrans" cxnId="{94BDA551-E2DA-4F93-B20F-F8D3C1FD2D94}">
      <dgm:prSet/>
      <dgm:spPr/>
      <dgm:t>
        <a:bodyPr/>
        <a:lstStyle/>
        <a:p>
          <a:endParaRPr lang="en-US"/>
        </a:p>
      </dgm:t>
    </dgm:pt>
    <dgm:pt modelId="{05A0F7CF-F93C-44B2-AAB9-5EB60B0AB93B}">
      <dgm:prSet/>
      <dgm:spPr/>
      <dgm:t>
        <a:bodyPr/>
        <a:lstStyle/>
        <a:p>
          <a:r>
            <a:rPr lang="en-US"/>
            <a:t>Ticket breakdown (attractions)</a:t>
          </a:r>
        </a:p>
      </dgm:t>
    </dgm:pt>
    <dgm:pt modelId="{C415FA54-E8BF-4952-BEF0-FECDE9FF2239}" type="parTrans" cxnId="{6001F2F8-811D-4757-B65D-411F46D21894}">
      <dgm:prSet/>
      <dgm:spPr/>
      <dgm:t>
        <a:bodyPr/>
        <a:lstStyle/>
        <a:p>
          <a:endParaRPr lang="en-US"/>
        </a:p>
      </dgm:t>
    </dgm:pt>
    <dgm:pt modelId="{F3F58393-8699-4A9D-B644-AE895ACCCC19}" type="sibTrans" cxnId="{6001F2F8-811D-4757-B65D-411F46D21894}">
      <dgm:prSet/>
      <dgm:spPr/>
      <dgm:t>
        <a:bodyPr/>
        <a:lstStyle/>
        <a:p>
          <a:endParaRPr lang="en-US"/>
        </a:p>
      </dgm:t>
    </dgm:pt>
    <dgm:pt modelId="{C17BEE62-715C-4FA9-A0C4-E62280842342}">
      <dgm:prSet/>
      <dgm:spPr/>
      <dgm:t>
        <a:bodyPr/>
        <a:lstStyle/>
        <a:p>
          <a:r>
            <a:rPr lang="en-US"/>
            <a:t>Online booking links</a:t>
          </a:r>
        </a:p>
      </dgm:t>
    </dgm:pt>
    <dgm:pt modelId="{E134F244-A060-4567-BF3F-DCFBA9DC437D}" type="parTrans" cxnId="{9E3D46B1-AA25-42F9-8AC4-4ACB32B4D13C}">
      <dgm:prSet/>
      <dgm:spPr/>
      <dgm:t>
        <a:bodyPr/>
        <a:lstStyle/>
        <a:p>
          <a:endParaRPr lang="en-US"/>
        </a:p>
      </dgm:t>
    </dgm:pt>
    <dgm:pt modelId="{DD3AC925-762B-407C-8089-6C2A303FB699}" type="sibTrans" cxnId="{9E3D46B1-AA25-42F9-8AC4-4ACB32B4D13C}">
      <dgm:prSet/>
      <dgm:spPr/>
      <dgm:t>
        <a:bodyPr/>
        <a:lstStyle/>
        <a:p>
          <a:endParaRPr lang="en-US"/>
        </a:p>
      </dgm:t>
    </dgm:pt>
    <dgm:pt modelId="{9DD77480-A22E-4DC2-8C21-7197F09ECCBD}">
      <dgm:prSet/>
      <dgm:spPr/>
      <dgm:t>
        <a:bodyPr/>
        <a:lstStyle/>
        <a:p>
          <a:r>
            <a:rPr lang="en-US"/>
            <a:t>How to get there (AI generated)</a:t>
          </a:r>
        </a:p>
      </dgm:t>
    </dgm:pt>
    <dgm:pt modelId="{54BB5366-40FF-4295-BBC7-A619D22090ED}" type="parTrans" cxnId="{4982F544-8E84-4FF9-94FC-27676CF2CF21}">
      <dgm:prSet/>
      <dgm:spPr/>
      <dgm:t>
        <a:bodyPr/>
        <a:lstStyle/>
        <a:p>
          <a:endParaRPr lang="en-US"/>
        </a:p>
      </dgm:t>
    </dgm:pt>
    <dgm:pt modelId="{5B1CC38F-8EA5-45D7-A7CF-BEE88E65D4AC}" type="sibTrans" cxnId="{4982F544-8E84-4FF9-94FC-27676CF2CF21}">
      <dgm:prSet/>
      <dgm:spPr/>
      <dgm:t>
        <a:bodyPr/>
        <a:lstStyle/>
        <a:p>
          <a:endParaRPr lang="en-US"/>
        </a:p>
      </dgm:t>
    </dgm:pt>
    <dgm:pt modelId="{571965B0-44F6-4251-8894-D101DB1A976D}">
      <dgm:prSet/>
      <dgm:spPr/>
      <dgm:t>
        <a:bodyPr/>
        <a:lstStyle/>
        <a:p>
          <a:r>
            <a:rPr lang="en-US"/>
            <a:t>Address</a:t>
          </a:r>
        </a:p>
      </dgm:t>
    </dgm:pt>
    <dgm:pt modelId="{7AFCC48B-FA6F-4123-B6F6-0D096A58DE68}" type="parTrans" cxnId="{C1974936-DE66-4EFC-B977-B0E8E28F2511}">
      <dgm:prSet/>
      <dgm:spPr/>
      <dgm:t>
        <a:bodyPr/>
        <a:lstStyle/>
        <a:p>
          <a:endParaRPr lang="en-US"/>
        </a:p>
      </dgm:t>
    </dgm:pt>
    <dgm:pt modelId="{34137E2D-251B-4833-80F1-FB9AC28A2DC1}" type="sibTrans" cxnId="{C1974936-DE66-4EFC-B977-B0E8E28F2511}">
      <dgm:prSet/>
      <dgm:spPr/>
      <dgm:t>
        <a:bodyPr/>
        <a:lstStyle/>
        <a:p>
          <a:endParaRPr lang="en-US"/>
        </a:p>
      </dgm:t>
    </dgm:pt>
    <dgm:pt modelId="{B885E4AF-862F-4917-AE12-C33438F8CE65}">
      <dgm:prSet/>
      <dgm:spPr/>
      <dgm:t>
        <a:bodyPr/>
        <a:lstStyle/>
        <a:p>
          <a:r>
            <a:rPr lang="en-US"/>
            <a:t>Operating hours + current status</a:t>
          </a:r>
        </a:p>
      </dgm:t>
    </dgm:pt>
    <dgm:pt modelId="{EB417436-C415-403A-8C65-ACC1D146BF2F}" type="parTrans" cxnId="{D3E7AC58-6742-46E9-902C-F86C6BC084D8}">
      <dgm:prSet/>
      <dgm:spPr/>
      <dgm:t>
        <a:bodyPr/>
        <a:lstStyle/>
        <a:p>
          <a:endParaRPr lang="en-US"/>
        </a:p>
      </dgm:t>
    </dgm:pt>
    <dgm:pt modelId="{000114BC-0D2F-470F-8858-A566B341E447}" type="sibTrans" cxnId="{D3E7AC58-6742-46E9-902C-F86C6BC084D8}">
      <dgm:prSet/>
      <dgm:spPr/>
      <dgm:t>
        <a:bodyPr/>
        <a:lstStyle/>
        <a:p>
          <a:endParaRPr lang="en-US"/>
        </a:p>
      </dgm:t>
    </dgm:pt>
    <dgm:pt modelId="{06FF9B0B-2F91-4AA8-A3A1-14DA1E0258C1}" type="pres">
      <dgm:prSet presAssocID="{4FB7E5AB-EB0E-47F4-86B3-D66786F9ACB8}" presName="linear" presStyleCnt="0">
        <dgm:presLayoutVars>
          <dgm:animLvl val="lvl"/>
          <dgm:resizeHandles val="exact"/>
        </dgm:presLayoutVars>
      </dgm:prSet>
      <dgm:spPr/>
    </dgm:pt>
    <dgm:pt modelId="{80FE1F9B-FAC8-4D9D-8DCC-8C321C565126}" type="pres">
      <dgm:prSet presAssocID="{3BA1499D-D1FE-482B-AD15-5411B8878CB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169B299-807A-45C1-9651-89D378BF5944}" type="pres">
      <dgm:prSet presAssocID="{3BA1499D-D1FE-482B-AD15-5411B8878CB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40EBF18-6326-4192-B091-F3BC9BDF978E}" type="presOf" srcId="{3BA1499D-D1FE-482B-AD15-5411B8878CB4}" destId="{80FE1F9B-FAC8-4D9D-8DCC-8C321C565126}" srcOrd="0" destOrd="0" presId="urn:microsoft.com/office/officeart/2005/8/layout/vList2"/>
    <dgm:cxn modelId="{F2612E2E-9659-4740-BBC4-95D20EC08F0C}" type="presOf" srcId="{C17BEE62-715C-4FA9-A0C4-E62280842342}" destId="{F169B299-807A-45C1-9651-89D378BF5944}" srcOrd="0" destOrd="4" presId="urn:microsoft.com/office/officeart/2005/8/layout/vList2"/>
    <dgm:cxn modelId="{96635233-2FC8-4571-B245-AB3217D696E3}" type="presOf" srcId="{4FB7E5AB-EB0E-47F4-86B3-D66786F9ACB8}" destId="{06FF9B0B-2F91-4AA8-A3A1-14DA1E0258C1}" srcOrd="0" destOrd="0" presId="urn:microsoft.com/office/officeart/2005/8/layout/vList2"/>
    <dgm:cxn modelId="{C1974936-DE66-4EFC-B977-B0E8E28F2511}" srcId="{3BA1499D-D1FE-482B-AD15-5411B8878CB4}" destId="{571965B0-44F6-4251-8894-D101DB1A976D}" srcOrd="6" destOrd="0" parTransId="{7AFCC48B-FA6F-4123-B6F6-0D096A58DE68}" sibTransId="{34137E2D-251B-4833-80F1-FB9AC28A2DC1}"/>
    <dgm:cxn modelId="{4982F544-8E84-4FF9-94FC-27676CF2CF21}" srcId="{3BA1499D-D1FE-482B-AD15-5411B8878CB4}" destId="{9DD77480-A22E-4DC2-8C21-7197F09ECCBD}" srcOrd="5" destOrd="0" parTransId="{54BB5366-40FF-4295-BBC7-A619D22090ED}" sibTransId="{5B1CC38F-8EA5-45D7-A7CF-BEE88E65D4AC}"/>
    <dgm:cxn modelId="{94BDA551-E2DA-4F93-B20F-F8D3C1FD2D94}" srcId="{3BA1499D-D1FE-482B-AD15-5411B8878CB4}" destId="{199AB0B7-0999-4F59-99E1-53B0F6F60EA9}" srcOrd="2" destOrd="0" parTransId="{DF5E8F37-452D-4BBA-87AC-E2D95B22076A}" sibTransId="{B7062B35-ED06-41F4-BCDD-234219B06701}"/>
    <dgm:cxn modelId="{EC204072-C85D-4956-8832-11D9A793FA81}" type="presOf" srcId="{571965B0-44F6-4251-8894-D101DB1A976D}" destId="{F169B299-807A-45C1-9651-89D378BF5944}" srcOrd="0" destOrd="6" presId="urn:microsoft.com/office/officeart/2005/8/layout/vList2"/>
    <dgm:cxn modelId="{D3E7AC58-6742-46E9-902C-F86C6BC084D8}" srcId="{3BA1499D-D1FE-482B-AD15-5411B8878CB4}" destId="{B885E4AF-862F-4917-AE12-C33438F8CE65}" srcOrd="7" destOrd="0" parTransId="{EB417436-C415-403A-8C65-ACC1D146BF2F}" sibTransId="{000114BC-0D2F-470F-8858-A566B341E447}"/>
    <dgm:cxn modelId="{53A0507A-6333-46CD-968E-892D081D4E51}" type="presOf" srcId="{05A0F7CF-F93C-44B2-AAB9-5EB60B0AB93B}" destId="{F169B299-807A-45C1-9651-89D378BF5944}" srcOrd="0" destOrd="3" presId="urn:microsoft.com/office/officeart/2005/8/layout/vList2"/>
    <dgm:cxn modelId="{BB67E07A-63B4-432D-9955-5D03B3F526FA}" type="presOf" srcId="{9DD77480-A22E-4DC2-8C21-7197F09ECCBD}" destId="{F169B299-807A-45C1-9651-89D378BF5944}" srcOrd="0" destOrd="5" presId="urn:microsoft.com/office/officeart/2005/8/layout/vList2"/>
    <dgm:cxn modelId="{1D9BA789-BA60-4951-AC1B-79B01E9B8B07}" type="presOf" srcId="{3B82DE74-B0B2-49D4-BCA8-3BC2EFB0380A}" destId="{F169B299-807A-45C1-9651-89D378BF5944}" srcOrd="0" destOrd="1" presId="urn:microsoft.com/office/officeart/2005/8/layout/vList2"/>
    <dgm:cxn modelId="{F9E6CD8D-1BE3-478F-A0E5-46E658EA23E8}" srcId="{3BA1499D-D1FE-482B-AD15-5411B8878CB4}" destId="{3B82DE74-B0B2-49D4-BCA8-3BC2EFB0380A}" srcOrd="1" destOrd="0" parTransId="{8541C667-C5FF-4E7A-B146-8FBD62D27609}" sibTransId="{76D1760D-DF13-46BA-8DC7-BD55028B2858}"/>
    <dgm:cxn modelId="{32681DA9-D20F-4FD2-9F4B-9B403236EC7A}" type="presOf" srcId="{B885E4AF-862F-4917-AE12-C33438F8CE65}" destId="{F169B299-807A-45C1-9651-89D378BF5944}" srcOrd="0" destOrd="7" presId="urn:microsoft.com/office/officeart/2005/8/layout/vList2"/>
    <dgm:cxn modelId="{33EF83AD-66F3-4921-8C81-B62924DBD348}" srcId="{3BA1499D-D1FE-482B-AD15-5411B8878CB4}" destId="{BA4F25E5-B4DE-43A4-A140-C2D3C2AE925F}" srcOrd="0" destOrd="0" parTransId="{3D8F760F-C134-4E0D-9C01-2ACBDC1EA41C}" sibTransId="{7ABAC1A6-E9CA-41D7-96F6-DAC1135D2A11}"/>
    <dgm:cxn modelId="{9E3D46B1-AA25-42F9-8AC4-4ACB32B4D13C}" srcId="{3BA1499D-D1FE-482B-AD15-5411B8878CB4}" destId="{C17BEE62-715C-4FA9-A0C4-E62280842342}" srcOrd="4" destOrd="0" parTransId="{E134F244-A060-4567-BF3F-DCFBA9DC437D}" sibTransId="{DD3AC925-762B-407C-8089-6C2A303FB699}"/>
    <dgm:cxn modelId="{FBAFA2B5-D689-48DB-A969-910BDBAA239F}" type="presOf" srcId="{199AB0B7-0999-4F59-99E1-53B0F6F60EA9}" destId="{F169B299-807A-45C1-9651-89D378BF5944}" srcOrd="0" destOrd="2" presId="urn:microsoft.com/office/officeart/2005/8/layout/vList2"/>
    <dgm:cxn modelId="{3DD5DBD2-3E67-4182-8AD6-1DD25B6D1A4B}" type="presOf" srcId="{BA4F25E5-B4DE-43A4-A140-C2D3C2AE925F}" destId="{F169B299-807A-45C1-9651-89D378BF5944}" srcOrd="0" destOrd="0" presId="urn:microsoft.com/office/officeart/2005/8/layout/vList2"/>
    <dgm:cxn modelId="{6001F2F8-811D-4757-B65D-411F46D21894}" srcId="{3BA1499D-D1FE-482B-AD15-5411B8878CB4}" destId="{05A0F7CF-F93C-44B2-AAB9-5EB60B0AB93B}" srcOrd="3" destOrd="0" parTransId="{C415FA54-E8BF-4952-BEF0-FECDE9FF2239}" sibTransId="{F3F58393-8699-4A9D-B644-AE895ACCCC19}"/>
    <dgm:cxn modelId="{18A6A5FF-A75E-495A-9568-199DD964A72C}" srcId="{4FB7E5AB-EB0E-47F4-86B3-D66786F9ACB8}" destId="{3BA1499D-D1FE-482B-AD15-5411B8878CB4}" srcOrd="0" destOrd="0" parTransId="{B40232AF-9C9A-45BF-BD74-CF62E40F3309}" sibTransId="{781E41A6-37F0-4749-A785-2BFA7D282C8C}"/>
    <dgm:cxn modelId="{044C356D-78B9-4EB9-AE62-6B16DE8C9F10}" type="presParOf" srcId="{06FF9B0B-2F91-4AA8-A3A1-14DA1E0258C1}" destId="{80FE1F9B-FAC8-4D9D-8DCC-8C321C565126}" srcOrd="0" destOrd="0" presId="urn:microsoft.com/office/officeart/2005/8/layout/vList2"/>
    <dgm:cxn modelId="{7ADD6273-BB21-490C-8873-28A66103015C}" type="presParOf" srcId="{06FF9B0B-2F91-4AA8-A3A1-14DA1E0258C1}" destId="{F169B299-807A-45C1-9651-89D378BF594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4F31D-76FB-49D1-8B9D-7B45D34005B7}">
      <dsp:nvSpPr>
        <dsp:cNvPr id="0" name=""/>
        <dsp:cNvSpPr/>
      </dsp:nvSpPr>
      <dsp:spPr>
        <a:xfrm>
          <a:off x="0" y="1015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Don’t know where to go, what to eat, or how to travel</a:t>
          </a:r>
        </a:p>
      </dsp:txBody>
      <dsp:txXfrm>
        <a:off x="38838" y="140427"/>
        <a:ext cx="6754536" cy="717924"/>
      </dsp:txXfrm>
    </dsp:sp>
    <dsp:sp modelId="{01A889B2-2FE8-4A26-A6BD-AB772B4475B4}">
      <dsp:nvSpPr>
        <dsp:cNvPr id="0" name=""/>
        <dsp:cNvSpPr/>
      </dsp:nvSpPr>
      <dsp:spPr>
        <a:xfrm>
          <a:off x="0" y="9547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90633"/>
                <a:satOff val="-9599"/>
                <a:lumOff val="-235"/>
                <a:alphaOff val="0"/>
                <a:tint val="96000"/>
                <a:lumMod val="104000"/>
              </a:schemeClr>
            </a:gs>
            <a:gs pos="100000">
              <a:schemeClr val="accent2">
                <a:hueOff val="90633"/>
                <a:satOff val="-9599"/>
                <a:lumOff val="-2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Confusing ticket prices (MyKad vs Non-Malaysian)</a:t>
          </a:r>
        </a:p>
      </dsp:txBody>
      <dsp:txXfrm>
        <a:off x="38838" y="993627"/>
        <a:ext cx="6754536" cy="717924"/>
      </dsp:txXfrm>
    </dsp:sp>
    <dsp:sp modelId="{4161CCA7-8818-4507-A520-3F028DB01D74}">
      <dsp:nvSpPr>
        <dsp:cNvPr id="0" name=""/>
        <dsp:cNvSpPr/>
      </dsp:nvSpPr>
      <dsp:spPr>
        <a:xfrm>
          <a:off x="0" y="18079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181266"/>
                <a:satOff val="-19197"/>
                <a:lumOff val="-470"/>
                <a:alphaOff val="0"/>
                <a:tint val="96000"/>
                <a:lumMod val="104000"/>
              </a:schemeClr>
            </a:gs>
            <a:gs pos="100000">
              <a:schemeClr val="accent2">
                <a:hueOff val="181266"/>
                <a:satOff val="-19197"/>
                <a:lumOff val="-47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Long queues for ticketing</a:t>
          </a:r>
        </a:p>
      </dsp:txBody>
      <dsp:txXfrm>
        <a:off x="38838" y="1846827"/>
        <a:ext cx="6754536" cy="717924"/>
      </dsp:txXfrm>
    </dsp:sp>
    <dsp:sp modelId="{7886B138-75D2-4E32-B609-9665E5BCB0BE}">
      <dsp:nvSpPr>
        <dsp:cNvPr id="0" name=""/>
        <dsp:cNvSpPr/>
      </dsp:nvSpPr>
      <dsp:spPr>
        <a:xfrm>
          <a:off x="0" y="26611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271899"/>
                <a:satOff val="-28796"/>
                <a:lumOff val="-706"/>
                <a:alphaOff val="0"/>
                <a:tint val="96000"/>
                <a:lumMod val="104000"/>
              </a:schemeClr>
            </a:gs>
            <a:gs pos="100000">
              <a:schemeClr val="accent2">
                <a:hueOff val="271899"/>
                <a:satOff val="-28796"/>
                <a:lumOff val="-70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Navigation difficulty without transport</a:t>
          </a:r>
        </a:p>
      </dsp:txBody>
      <dsp:txXfrm>
        <a:off x="38838" y="2700027"/>
        <a:ext cx="6754536" cy="717924"/>
      </dsp:txXfrm>
    </dsp:sp>
    <dsp:sp modelId="{FD05DF7A-D257-4A5B-A23C-E50F0DD53DE5}">
      <dsp:nvSpPr>
        <dsp:cNvPr id="0" name=""/>
        <dsp:cNvSpPr/>
      </dsp:nvSpPr>
      <dsp:spPr>
        <a:xfrm>
          <a:off x="0" y="35143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362532"/>
                <a:satOff val="-38394"/>
                <a:lumOff val="-941"/>
                <a:alphaOff val="0"/>
                <a:tint val="96000"/>
                <a:lumMod val="104000"/>
              </a:schemeClr>
            </a:gs>
            <a:gs pos="100000">
              <a:schemeClr val="accent2">
                <a:hueOff val="362532"/>
                <a:satOff val="-38394"/>
                <a:lumOff val="-9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Dietary restrictions (Halal/Vegetarian) limits food choices</a:t>
          </a:r>
        </a:p>
      </dsp:txBody>
      <dsp:txXfrm>
        <a:off x="38838" y="3553227"/>
        <a:ext cx="6754536" cy="717924"/>
      </dsp:txXfrm>
    </dsp:sp>
    <dsp:sp modelId="{53AA7555-D20A-479B-925D-0B74FD922492}">
      <dsp:nvSpPr>
        <dsp:cNvPr id="0" name=""/>
        <dsp:cNvSpPr/>
      </dsp:nvSpPr>
      <dsp:spPr>
        <a:xfrm>
          <a:off x="0" y="4367589"/>
          <a:ext cx="6832212" cy="795600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Lack of guides → hard to learn the history of a place</a:t>
          </a:r>
        </a:p>
      </dsp:txBody>
      <dsp:txXfrm>
        <a:off x="38838" y="4406427"/>
        <a:ext cx="6754536" cy="717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4B0A8-BAFE-4C2E-9D49-8797E6F7B05A}">
      <dsp:nvSpPr>
        <dsp:cNvPr id="0" name=""/>
        <dsp:cNvSpPr/>
      </dsp:nvSpPr>
      <dsp:spPr>
        <a:xfrm>
          <a:off x="0" y="424025"/>
          <a:ext cx="6832212" cy="140312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International tourists</a:t>
          </a:r>
        </a:p>
      </dsp:txBody>
      <dsp:txXfrm>
        <a:off x="68495" y="492520"/>
        <a:ext cx="6695222" cy="1266132"/>
      </dsp:txXfrm>
    </dsp:sp>
    <dsp:sp modelId="{9F84C68C-663E-4EBD-B735-1EB295DA78FF}">
      <dsp:nvSpPr>
        <dsp:cNvPr id="0" name=""/>
        <dsp:cNvSpPr/>
      </dsp:nvSpPr>
      <dsp:spPr>
        <a:xfrm>
          <a:off x="0" y="1930828"/>
          <a:ext cx="6832212" cy="1403122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Local Malaysian tourists (with MyKad)</a:t>
          </a:r>
        </a:p>
      </dsp:txBody>
      <dsp:txXfrm>
        <a:off x="68495" y="1999323"/>
        <a:ext cx="6695222" cy="1266132"/>
      </dsp:txXfrm>
    </dsp:sp>
    <dsp:sp modelId="{87DE3CB9-0CBA-4BBA-9D56-E3879527698A}">
      <dsp:nvSpPr>
        <dsp:cNvPr id="0" name=""/>
        <dsp:cNvSpPr/>
      </dsp:nvSpPr>
      <dsp:spPr>
        <a:xfrm>
          <a:off x="0" y="3437630"/>
          <a:ext cx="6832212" cy="1403122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Anyone needing easy navigation and fast planning</a:t>
          </a:r>
        </a:p>
      </dsp:txBody>
      <dsp:txXfrm>
        <a:off x="68495" y="3506125"/>
        <a:ext cx="6695222" cy="12661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02065-0A3C-47DA-89F7-A9011C372472}">
      <dsp:nvSpPr>
        <dsp:cNvPr id="0" name=""/>
        <dsp:cNvSpPr/>
      </dsp:nvSpPr>
      <dsp:spPr>
        <a:xfrm>
          <a:off x="0" y="46599"/>
          <a:ext cx="6832212" cy="93541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User interacts with React</a:t>
          </a:r>
        </a:p>
      </dsp:txBody>
      <dsp:txXfrm>
        <a:off x="45663" y="92262"/>
        <a:ext cx="6740886" cy="844088"/>
      </dsp:txXfrm>
    </dsp:sp>
    <dsp:sp modelId="{1A92D8C0-7B76-4524-A34D-A034E2E068E8}">
      <dsp:nvSpPr>
        <dsp:cNvPr id="0" name=""/>
        <dsp:cNvSpPr/>
      </dsp:nvSpPr>
      <dsp:spPr>
        <a:xfrm>
          <a:off x="0" y="1051134"/>
          <a:ext cx="6832212" cy="935414"/>
        </a:xfrm>
        <a:prstGeom prst="roundRect">
          <a:avLst/>
        </a:prstGeom>
        <a:gradFill rotWithShape="0">
          <a:gsLst>
            <a:gs pos="0">
              <a:schemeClr val="accent2">
                <a:hueOff val="151055"/>
                <a:satOff val="-15998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151055"/>
                <a:satOff val="-15998"/>
                <a:lumOff val="-39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React sends queries to Jamaibase</a:t>
          </a:r>
        </a:p>
      </dsp:txBody>
      <dsp:txXfrm>
        <a:off x="45663" y="1096797"/>
        <a:ext cx="6740886" cy="844088"/>
      </dsp:txXfrm>
    </dsp:sp>
    <dsp:sp modelId="{FE4BD5AB-AAE5-4637-A42D-271133739FC6}">
      <dsp:nvSpPr>
        <dsp:cNvPr id="0" name=""/>
        <dsp:cNvSpPr/>
      </dsp:nvSpPr>
      <dsp:spPr>
        <a:xfrm>
          <a:off x="0" y="2055669"/>
          <a:ext cx="6832212" cy="935414"/>
        </a:xfrm>
        <a:prstGeom prst="roundRect">
          <a:avLst/>
        </a:prstGeom>
        <a:gradFill rotWithShape="0">
          <a:gsLst>
            <a:gs pos="0">
              <a:schemeClr val="accent2">
                <a:hueOff val="302110"/>
                <a:satOff val="-31995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302110"/>
                <a:satOff val="-31995"/>
                <a:lumOff val="-78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Jamaibase returns:</a:t>
          </a:r>
        </a:p>
      </dsp:txBody>
      <dsp:txXfrm>
        <a:off x="45663" y="2101332"/>
        <a:ext cx="6740886" cy="844088"/>
      </dsp:txXfrm>
    </dsp:sp>
    <dsp:sp modelId="{C47AC9D8-7BC6-4F35-ADFB-70420883C739}">
      <dsp:nvSpPr>
        <dsp:cNvPr id="0" name=""/>
        <dsp:cNvSpPr/>
      </dsp:nvSpPr>
      <dsp:spPr>
        <a:xfrm>
          <a:off x="0" y="2991084"/>
          <a:ext cx="6832212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Tourist 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Prices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Food recommendations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Navigation info</a:t>
          </a:r>
        </a:p>
      </dsp:txBody>
      <dsp:txXfrm>
        <a:off x="0" y="2991084"/>
        <a:ext cx="6832212" cy="1291680"/>
      </dsp:txXfrm>
    </dsp:sp>
    <dsp:sp modelId="{FFB92730-2353-4D02-8777-4CB8C683A2DF}">
      <dsp:nvSpPr>
        <dsp:cNvPr id="0" name=""/>
        <dsp:cNvSpPr/>
      </dsp:nvSpPr>
      <dsp:spPr>
        <a:xfrm>
          <a:off x="0" y="4282764"/>
          <a:ext cx="6832212" cy="935414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processes results --&gt; React displays personalized output</a:t>
          </a:r>
        </a:p>
      </dsp:txBody>
      <dsp:txXfrm>
        <a:off x="45663" y="4328427"/>
        <a:ext cx="6740886" cy="8440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80F2A-5BA6-4FAD-AFE6-E319609F3F00}">
      <dsp:nvSpPr>
        <dsp:cNvPr id="0" name=""/>
        <dsp:cNvSpPr/>
      </dsp:nvSpPr>
      <dsp:spPr>
        <a:xfrm>
          <a:off x="0" y="32109"/>
          <a:ext cx="6832212" cy="1233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Feature 1: Smart Prediction &amp; Filtering</a:t>
          </a:r>
        </a:p>
      </dsp:txBody>
      <dsp:txXfrm>
        <a:off x="60199" y="92308"/>
        <a:ext cx="6711814" cy="1112781"/>
      </dsp:txXfrm>
    </dsp:sp>
    <dsp:sp modelId="{B1845A55-48A1-4CF8-91F7-3F6FF198030C}">
      <dsp:nvSpPr>
        <dsp:cNvPr id="0" name=""/>
        <dsp:cNvSpPr/>
      </dsp:nvSpPr>
      <dsp:spPr>
        <a:xfrm>
          <a:off x="0" y="1354569"/>
          <a:ext cx="6832212" cy="1233179"/>
        </a:xfrm>
        <a:prstGeom prst="roundRect">
          <a:avLst/>
        </a:prstGeom>
        <a:gradFill rotWithShape="0">
          <a:gsLst>
            <a:gs pos="0">
              <a:schemeClr val="accent2">
                <a:hueOff val="151055"/>
                <a:satOff val="-15998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151055"/>
                <a:satOff val="-15998"/>
                <a:lumOff val="-39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Feature 2: Daily Trip Planner (AI Itinerary Generator)</a:t>
          </a:r>
        </a:p>
      </dsp:txBody>
      <dsp:txXfrm>
        <a:off x="60199" y="1414768"/>
        <a:ext cx="6711814" cy="1112781"/>
      </dsp:txXfrm>
    </dsp:sp>
    <dsp:sp modelId="{97835DFB-FBE3-4882-AD49-7143FE7A3009}">
      <dsp:nvSpPr>
        <dsp:cNvPr id="0" name=""/>
        <dsp:cNvSpPr/>
      </dsp:nvSpPr>
      <dsp:spPr>
        <a:xfrm>
          <a:off x="0" y="2677029"/>
          <a:ext cx="6832212" cy="1233179"/>
        </a:xfrm>
        <a:prstGeom prst="roundRect">
          <a:avLst/>
        </a:prstGeom>
        <a:gradFill rotWithShape="0">
          <a:gsLst>
            <a:gs pos="0">
              <a:schemeClr val="accent2">
                <a:hueOff val="302110"/>
                <a:satOff val="-31995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302110"/>
                <a:satOff val="-31995"/>
                <a:lumOff val="-78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Feature 3: Image/Text Spot Recognition</a:t>
          </a:r>
        </a:p>
      </dsp:txBody>
      <dsp:txXfrm>
        <a:off x="60199" y="2737228"/>
        <a:ext cx="6711814" cy="1112781"/>
      </dsp:txXfrm>
    </dsp:sp>
    <dsp:sp modelId="{9C137FE0-7047-4E3C-AB15-75A03C98CBA3}">
      <dsp:nvSpPr>
        <dsp:cNvPr id="0" name=""/>
        <dsp:cNvSpPr/>
      </dsp:nvSpPr>
      <dsp:spPr>
        <a:xfrm>
          <a:off x="0" y="3999489"/>
          <a:ext cx="6832212" cy="1233179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Feature 4: User History Tracking</a:t>
          </a:r>
        </a:p>
      </dsp:txBody>
      <dsp:txXfrm>
        <a:off x="60199" y="4059688"/>
        <a:ext cx="6711814" cy="111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E1F9B-FAC8-4D9D-8DCC-8C321C565126}">
      <dsp:nvSpPr>
        <dsp:cNvPr id="0" name=""/>
        <dsp:cNvSpPr/>
      </dsp:nvSpPr>
      <dsp:spPr>
        <a:xfrm>
          <a:off x="0" y="146431"/>
          <a:ext cx="6832212" cy="9354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Tap result -&gt; Full details:</a:t>
          </a:r>
        </a:p>
      </dsp:txBody>
      <dsp:txXfrm>
        <a:off x="45663" y="192094"/>
        <a:ext cx="6740886" cy="844089"/>
      </dsp:txXfrm>
    </dsp:sp>
    <dsp:sp modelId="{F169B299-807A-45C1-9651-89D378BF5944}">
      <dsp:nvSpPr>
        <dsp:cNvPr id="0" name=""/>
        <dsp:cNvSpPr/>
      </dsp:nvSpPr>
      <dsp:spPr>
        <a:xfrm>
          <a:off x="0" y="1081846"/>
          <a:ext cx="6832212" cy="403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Description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Price range (food)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Halal status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Ticket breakdown (attractions)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Online booking links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How to get there (AI generated)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Address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Operating hours + current status</a:t>
          </a:r>
        </a:p>
      </dsp:txBody>
      <dsp:txXfrm>
        <a:off x="0" y="1081846"/>
        <a:ext cx="6832212" cy="4036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7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6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6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71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0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6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6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6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6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458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5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9477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10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0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7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7707-3EEC-4313-99DC-5B7DF0C1D847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6B8BC50-808C-4436-8EFB-32E31A7C7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4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66D9-63C7-64D4-AF3C-F2FA69475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381970"/>
            <a:ext cx="3734014" cy="382427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/>
              <a:t>A unified travel assistant for Klang Valley– Discover KV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F88AF-8E0B-B56E-691B-FFD8D52E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730" y="4687963"/>
            <a:ext cx="3267972" cy="157276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MY" dirty="0"/>
              <a:t>Team Members:</a:t>
            </a:r>
          </a:p>
          <a:p>
            <a:pPr algn="l"/>
            <a:r>
              <a:rPr lang="en-MY" dirty="0"/>
              <a:t>1. Kearney Leith Julius </a:t>
            </a:r>
          </a:p>
          <a:p>
            <a:pPr algn="l"/>
            <a:r>
              <a:rPr lang="en-MY" dirty="0"/>
              <a:t>2. Adam bin </a:t>
            </a:r>
            <a:r>
              <a:rPr lang="en-MY" dirty="0" err="1"/>
              <a:t>Azuddin</a:t>
            </a:r>
            <a:endParaRPr lang="en-MY" dirty="0"/>
          </a:p>
          <a:p>
            <a:pPr algn="l"/>
            <a:r>
              <a:rPr lang="en-MY" dirty="0"/>
              <a:t>3. Nabil Irfan bin Muhamad </a:t>
            </a:r>
            <a:r>
              <a:rPr lang="en-MY" dirty="0" err="1"/>
              <a:t>Sakowi</a:t>
            </a:r>
            <a:endParaRPr lang="en-MY" dirty="0"/>
          </a:p>
          <a:p>
            <a:pPr algn="l"/>
            <a:r>
              <a:rPr lang="en-MY" dirty="0"/>
              <a:t>4. Teo Tze Hong</a:t>
            </a:r>
          </a:p>
          <a:p>
            <a:pPr algn="l"/>
            <a:r>
              <a:rPr lang="en-MY" dirty="0"/>
              <a:t>5. Muhammad Amir Firdaus bin Mohd Kamal</a:t>
            </a:r>
            <a:endParaRPr lang="en-US" dirty="0"/>
          </a:p>
        </p:txBody>
      </p:sp>
      <p:pic>
        <p:nvPicPr>
          <p:cNvPr id="5" name="Picture 4" descr="A white circle with green and yellow text and arrow&#10;&#10;AI-generated content may be incorrect.">
            <a:extLst>
              <a:ext uri="{FF2B5EF4-FFF2-40B4-BE49-F238E27FC236}">
                <a16:creationId xmlns:a16="http://schemas.microsoft.com/office/drawing/2014/main" id="{99B3A470-2349-8858-9C4A-220F3A97C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" b="4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6216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6E97-987B-2A38-28CD-408AA69D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046" y="565310"/>
            <a:ext cx="10353761" cy="1326321"/>
          </a:xfrm>
        </p:spPr>
        <p:txBody>
          <a:bodyPr/>
          <a:lstStyle/>
          <a:p>
            <a:pPr algn="l"/>
            <a:r>
              <a:rPr lang="en-US" dirty="0"/>
              <a:t>First look on the 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CC54D8-D37F-70C3-B49D-48A5B193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46" y="1326321"/>
            <a:ext cx="3242025" cy="4966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083C77-F414-97AA-5E31-5044D3AF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07" y="707086"/>
            <a:ext cx="3579196" cy="558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6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8E86C-0803-F3C6-A5D6-891CECBC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Tourists face multiple challenges when visiting Klang Valley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151DC8-994F-B3E3-2E15-D882F41AB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50243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708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EFE41-2EF7-2249-4B03-2B229EDE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Target Users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C0C5A9-4301-DC47-8F66-3E5F668581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28404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320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35A9-1C3F-1A47-80F6-41FD4D74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1D23-C204-ED5F-50EF-13C50FC0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centralize the entire Klang Valley experience</a:t>
            </a:r>
          </a:p>
          <a:p>
            <a:r>
              <a:rPr lang="en-US" dirty="0"/>
              <a:t>One-stop guide for attractions and food</a:t>
            </a:r>
          </a:p>
          <a:p>
            <a:r>
              <a:rPr lang="en-US" dirty="0"/>
              <a:t>Clear MyKad vs Non-Malaysian ticket price display</a:t>
            </a:r>
          </a:p>
          <a:p>
            <a:r>
              <a:rPr lang="en-US" dirty="0"/>
              <a:t>Online booking links to skip queues</a:t>
            </a:r>
          </a:p>
          <a:p>
            <a:r>
              <a:rPr lang="en-US" dirty="0"/>
              <a:t>Transport navigation with station suggestion + walking time</a:t>
            </a:r>
          </a:p>
          <a:p>
            <a:r>
              <a:rPr lang="en-US" dirty="0"/>
              <a:t>Religion-based food filters (Halal / Vegetarian first)</a:t>
            </a:r>
          </a:p>
          <a:p>
            <a:r>
              <a:rPr lang="en-US" dirty="0"/>
              <a:t>AI spot recognition: upload a photo -&gt; get history/description instantly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2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5CA2-1BBF-E27D-FE1A-9CE7C7E0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(pt1)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0760-E21C-4A5E-045A-056F58A4E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React Frontend</a:t>
            </a:r>
          </a:p>
          <a:p>
            <a:r>
              <a:rPr lang="en-US" dirty="0"/>
              <a:t>Login (with religion selection)</a:t>
            </a:r>
          </a:p>
          <a:p>
            <a:r>
              <a:rPr lang="en-US" dirty="0"/>
              <a:t>Search &amp; filtering</a:t>
            </a:r>
          </a:p>
          <a:p>
            <a:r>
              <a:rPr lang="en-US" dirty="0"/>
              <a:t>Attraction/Food details</a:t>
            </a:r>
          </a:p>
          <a:p>
            <a:r>
              <a:rPr lang="en-US" dirty="0"/>
              <a:t>Daily itinerary generator</a:t>
            </a:r>
          </a:p>
          <a:p>
            <a:r>
              <a:rPr lang="en-US" dirty="0"/>
              <a:t>Image upload for AI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0525F-93D5-0A98-5B26-43BB312D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123" y="1743808"/>
            <a:ext cx="3593903" cy="13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2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74D5-BA17-A01E-1CDC-B44AF1FE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09AC-BE82-6C90-BFD4-A391406E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(pt2)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26907-834F-D2F1-1254-F19948E6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Jamaibase</a:t>
            </a:r>
            <a:r>
              <a:rPr lang="en-US" dirty="0"/>
              <a:t> Backend</a:t>
            </a:r>
          </a:p>
          <a:p>
            <a:r>
              <a:rPr lang="en-US" dirty="0"/>
              <a:t>Tourist spot DB</a:t>
            </a:r>
          </a:p>
          <a:p>
            <a:r>
              <a:rPr lang="en-US" dirty="0"/>
              <a:t>MyKad vs Non-Malaysian pricing</a:t>
            </a:r>
          </a:p>
          <a:p>
            <a:r>
              <a:rPr lang="en-US" dirty="0"/>
              <a:t>Transport info (LRT/MRT)</a:t>
            </a:r>
          </a:p>
          <a:p>
            <a:r>
              <a:rPr lang="en-US" dirty="0"/>
              <a:t>Religion tags (Halal/Vegetarian)</a:t>
            </a:r>
          </a:p>
          <a:p>
            <a:r>
              <a:rPr lang="en-US" dirty="0"/>
              <a:t>User history &amp; preferences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0A97A-8849-E2AB-9116-F5CF25DA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080" y="2030084"/>
            <a:ext cx="4460249" cy="1659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58DF0-A8D1-50A1-826A-57886A26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346" y="4695976"/>
            <a:ext cx="6018873" cy="179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1F2B2-8601-0EC0-E466-2EF2E4EB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484AAF-1A93-B478-81B9-04B744C4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/>
              <a:t>System Architecture (pt3)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 descr="Blue blocks and networks technology background">
            <a:extLst>
              <a:ext uri="{FF2B5EF4-FFF2-40B4-BE49-F238E27FC236}">
                <a16:creationId xmlns:a16="http://schemas.microsoft.com/office/drawing/2014/main" id="{F6833D4D-7B42-0D49-CEF8-37F4A53C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8" r="46299" b="-446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3CB96-8C4E-0BE4-D5FB-EEA732923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AI Layer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Itinerary generation</a:t>
            </a:r>
          </a:p>
          <a:p>
            <a:r>
              <a:rPr lang="en-US" dirty="0"/>
              <a:t>Image recognition + historical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380024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A3374-15AB-6FEA-9EC2-3A930121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Data Flow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0C32B7-6A4F-0864-6A85-B7F3181E1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99005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59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6713C-AA05-E870-796E-D7AF52BA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Lists of Features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334E06-4195-FB67-E095-B0DCE8ADE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9372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618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45D98-1374-D8F8-CAFB-3379CBF0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1D2948-F4BE-4AFA-E712-6A5707D0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Feature 1: Smart Prediction &amp; Filtering </a:t>
            </a:r>
            <a:br>
              <a:rPr lang="en-US" sz="2800"/>
            </a:br>
            <a:r>
              <a:rPr lang="en-US" sz="2800"/>
              <a:t>pt1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CC184B20-CA9F-836E-D3BF-304B90E71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09" r="21126" b="-2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04A4C-195A-0C77-3EAF-7538FAEE5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Users can filter by:</a:t>
            </a:r>
          </a:p>
          <a:p>
            <a:r>
              <a:rPr lang="en-US" dirty="0"/>
              <a:t>Food / Attraction</a:t>
            </a:r>
          </a:p>
          <a:p>
            <a:r>
              <a:rPr lang="en-US" dirty="0"/>
              <a:t>Price range</a:t>
            </a:r>
          </a:p>
          <a:p>
            <a:r>
              <a:rPr lang="en-US" dirty="0"/>
              <a:t>Dietary needs (Halal / No preference)</a:t>
            </a:r>
          </a:p>
          <a:p>
            <a:r>
              <a:rPr lang="en-US" dirty="0"/>
              <a:t>Opening hours (closed places pushed down)</a:t>
            </a:r>
          </a:p>
        </p:txBody>
      </p:sp>
    </p:spTree>
    <p:extLst>
      <p:ext uri="{BB962C8B-B14F-4D97-AF65-F5344CB8AC3E}">
        <p14:creationId xmlns:p14="http://schemas.microsoft.com/office/powerpoint/2010/main" val="4094068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531D24-F47E-5799-843E-31FEA3C3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Feature 1: Smart Prediction &amp; Filtering</a:t>
            </a:r>
            <a:br>
              <a:rPr lang="en-US" sz="2800"/>
            </a:br>
            <a:r>
              <a:rPr lang="en-US" sz="2800"/>
              <a:t>pt2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7C848AED-1794-9C2C-CE99-4BB645DA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86" r="42549" b="-2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D20AA-E53D-0C34-855E-65CEC241A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System predicts what users want during:</a:t>
            </a:r>
          </a:p>
          <a:p>
            <a:r>
              <a:rPr lang="en-US" dirty="0"/>
              <a:t>Past searches</a:t>
            </a:r>
          </a:p>
          <a:p>
            <a:r>
              <a:rPr lang="en-US" dirty="0"/>
              <a:t>Dietary requirement</a:t>
            </a:r>
          </a:p>
          <a:p>
            <a:r>
              <a:rPr lang="en-US" dirty="0"/>
              <a:t>Time of day vs operating hours</a:t>
            </a:r>
          </a:p>
        </p:txBody>
      </p:sp>
    </p:spTree>
    <p:extLst>
      <p:ext uri="{BB962C8B-B14F-4D97-AF65-F5344CB8AC3E}">
        <p14:creationId xmlns:p14="http://schemas.microsoft.com/office/powerpoint/2010/main" val="1691168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37D46-DC9E-457C-5842-41800E90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14E37C-7C86-8D3E-BBE1-F005D0C2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Feature 1: Smart Prediction &amp; Filtering</a:t>
            </a:r>
            <a:br>
              <a:rPr lang="en-US" sz="2800"/>
            </a:br>
            <a:r>
              <a:rPr lang="en-US" sz="2800"/>
              <a:t>pt3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7EB669-EAC4-3B12-D63C-C49D7652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20" r="30086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2B96-2D46-02F1-826E-6D6B65DD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Each result shows:</a:t>
            </a:r>
          </a:p>
          <a:p>
            <a:r>
              <a:rPr lang="en-US"/>
              <a:t>Title</a:t>
            </a:r>
          </a:p>
          <a:p>
            <a:r>
              <a:rPr lang="en-US"/>
              <a:t>Location (district, city)</a:t>
            </a:r>
          </a:p>
          <a:p>
            <a:r>
              <a:rPr lang="en-US"/>
              <a:t>Price range</a:t>
            </a:r>
          </a:p>
          <a:p>
            <a:r>
              <a:rPr lang="en-US"/>
              <a:t>Status: open/closed with disclaimer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0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162BB-5D2A-8644-C004-6E9BA75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4B9F3-399C-6764-18F5-D035E1B9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Feature 1: Smart Prediction &amp; Filtering</a:t>
            </a:r>
            <a:br>
              <a:rPr lang="en-US" sz="3200">
                <a:solidFill>
                  <a:schemeClr val="bg1"/>
                </a:solidFill>
              </a:rPr>
            </a:br>
            <a:r>
              <a:rPr lang="en-US" sz="3200">
                <a:solidFill>
                  <a:schemeClr val="bg1"/>
                </a:solidFill>
              </a:rPr>
              <a:t>pt4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A75962-158C-5D99-8E2E-D1C5E36CA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858447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853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F786-B454-F048-32D7-CC27162A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2: Daily Trip Planner (AI Itinerary Generator)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2DB8A-A5A5-5134-453B-16A292078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User selects start time -&gt; System generates:</a:t>
            </a:r>
          </a:p>
          <a:p>
            <a:r>
              <a:rPr lang="en-US" dirty="0"/>
              <a:t>Full daily schedule</a:t>
            </a:r>
          </a:p>
          <a:p>
            <a:r>
              <a:rPr lang="en-US" dirty="0"/>
              <a:t>Optimized attraction/restaurant sequence</a:t>
            </a:r>
          </a:p>
          <a:p>
            <a:r>
              <a:rPr lang="en-US" dirty="0"/>
              <a:t>Must-try nearby food</a:t>
            </a:r>
          </a:p>
          <a:p>
            <a:r>
              <a:rPr lang="en-US" dirty="0"/>
              <a:t>Travel time estimation</a:t>
            </a:r>
          </a:p>
          <a:p>
            <a:r>
              <a:rPr lang="en-US" dirty="0"/>
              <a:t>Same detailed info format as Feature 1</a:t>
            </a:r>
          </a:p>
          <a:p>
            <a:pPr marL="0" indent="0">
              <a:buNone/>
            </a:pPr>
            <a:r>
              <a:rPr lang="en-US" dirty="0"/>
              <a:t>Makes trip planning fast, simple. And personalized</a:t>
            </a:r>
          </a:p>
        </p:txBody>
      </p:sp>
    </p:spTree>
    <p:extLst>
      <p:ext uri="{BB962C8B-B14F-4D97-AF65-F5344CB8AC3E}">
        <p14:creationId xmlns:p14="http://schemas.microsoft.com/office/powerpoint/2010/main" val="3049512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BC30-CE0A-5B3E-F1F7-DC1850CB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3: Image/Text Spot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0EF5D-EFA0-4798-686C-70D43C94A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User enters text or uploads a photo -&gt; system identifies place and returns:</a:t>
            </a:r>
          </a:p>
          <a:p>
            <a:r>
              <a:rPr lang="en-US" dirty="0"/>
              <a:t>Name of tourist spot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Historical background</a:t>
            </a:r>
          </a:p>
          <a:p>
            <a:r>
              <a:rPr lang="en-US" dirty="0"/>
              <a:t>Cultural significance</a:t>
            </a:r>
          </a:p>
          <a:p>
            <a:pPr marL="0" indent="0">
              <a:buNone/>
            </a:pPr>
            <a:r>
              <a:rPr lang="en-US" dirty="0"/>
              <a:t>Acts as a personal “digital tour guide”.</a:t>
            </a:r>
          </a:p>
        </p:txBody>
      </p:sp>
    </p:spTree>
    <p:extLst>
      <p:ext uri="{BB962C8B-B14F-4D97-AF65-F5344CB8AC3E}">
        <p14:creationId xmlns:p14="http://schemas.microsoft.com/office/powerpoint/2010/main" val="412810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32F23-175C-DF5D-8236-3FBAC01E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93C8D-6EA5-B92A-F2E0-F66EE39A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US" dirty="0"/>
              <a:t>Feature 4: User History Tracking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AFA55-0BD4-C5BD-9EFD-7621DB87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Stores:</a:t>
            </a:r>
          </a:p>
          <a:p>
            <a:r>
              <a:rPr lang="en-US" dirty="0"/>
              <a:t>Previously viewed places</a:t>
            </a:r>
          </a:p>
          <a:p>
            <a:r>
              <a:rPr lang="en-US" dirty="0"/>
              <a:t>Past searches</a:t>
            </a:r>
          </a:p>
          <a:p>
            <a:r>
              <a:rPr lang="en-US" dirty="0"/>
              <a:t>Old itineraries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Used for:</a:t>
            </a:r>
          </a:p>
          <a:p>
            <a:r>
              <a:rPr lang="en-US" dirty="0"/>
              <a:t>Faster suggestions</a:t>
            </a:r>
          </a:p>
          <a:p>
            <a:r>
              <a:rPr lang="en-US" dirty="0"/>
              <a:t>Personalized recommendations</a:t>
            </a:r>
          </a:p>
          <a:p>
            <a:r>
              <a:rPr lang="en-US" dirty="0"/>
              <a:t>Smarter ranking of results</a:t>
            </a:r>
          </a:p>
        </p:txBody>
      </p:sp>
    </p:spTree>
    <p:extLst>
      <p:ext uri="{BB962C8B-B14F-4D97-AF65-F5344CB8AC3E}">
        <p14:creationId xmlns:p14="http://schemas.microsoft.com/office/powerpoint/2010/main" val="4140034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339F-FD78-A10B-F89A-FE5BE988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5: Backend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08B3-DE5D-EA24-5CBC-E64F90EF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506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Frontend (React stacks)</a:t>
            </a:r>
          </a:p>
          <a:p>
            <a:r>
              <a:rPr lang="en-US" dirty="0"/>
              <a:t>Login + preference setup</a:t>
            </a:r>
          </a:p>
          <a:p>
            <a:r>
              <a:rPr lang="en-US" dirty="0"/>
              <a:t>Filtering system</a:t>
            </a:r>
          </a:p>
          <a:p>
            <a:r>
              <a:rPr lang="en-US" dirty="0"/>
              <a:t>Suggestion UI</a:t>
            </a:r>
          </a:p>
          <a:p>
            <a:r>
              <a:rPr lang="en-US" dirty="0"/>
              <a:t>Itinerary view</a:t>
            </a:r>
          </a:p>
          <a:p>
            <a:r>
              <a:rPr lang="en-US" dirty="0"/>
              <a:t>Image recognition page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841D79-D133-D255-F2D0-BE568A097411}"/>
              </a:ext>
            </a:extLst>
          </p:cNvPr>
          <p:cNvSpPr txBox="1">
            <a:spLocks/>
          </p:cNvSpPr>
          <p:nvPr/>
        </p:nvSpPr>
        <p:spPr>
          <a:xfrm>
            <a:off x="5835316" y="1825625"/>
            <a:ext cx="42150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Backend (</a:t>
            </a:r>
            <a:r>
              <a:rPr lang="en-US" dirty="0" err="1"/>
              <a:t>Jamaibase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Stores:</a:t>
            </a:r>
          </a:p>
          <a:p>
            <a:r>
              <a:rPr lang="en-US" dirty="0"/>
              <a:t>Tourist spots</a:t>
            </a:r>
          </a:p>
          <a:p>
            <a:r>
              <a:rPr lang="en-US" dirty="0"/>
              <a:t>Food data</a:t>
            </a:r>
          </a:p>
          <a:p>
            <a:r>
              <a:rPr lang="en-US" dirty="0"/>
              <a:t>Prices</a:t>
            </a:r>
          </a:p>
          <a:p>
            <a:r>
              <a:rPr lang="en-US" dirty="0"/>
              <a:t>Transport routes</a:t>
            </a:r>
          </a:p>
          <a:p>
            <a:r>
              <a:rPr lang="en-US" dirty="0"/>
              <a:t>Operating hours</a:t>
            </a:r>
          </a:p>
          <a:p>
            <a:r>
              <a:rPr lang="en-US" dirty="0"/>
              <a:t>Religious tags</a:t>
            </a:r>
          </a:p>
          <a:p>
            <a:r>
              <a:rPr lang="en-US" dirty="0"/>
              <a:t>Descriptions &amp; history</a:t>
            </a:r>
          </a:p>
          <a:p>
            <a:r>
              <a:rPr lang="en-US" dirty="0"/>
              <a:t>User profile +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87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42E17-CB36-5EC7-BEA3-DEC7014D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Closing Statement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7A8D-9880-308A-E751-A41261F1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A complete, centralized travel companion that solves the major pain points of Klang Valley tourism – discovery, pricing, transport, food, culture, and itinerary planning – all powered by AI.</a:t>
            </a:r>
          </a:p>
        </p:txBody>
      </p:sp>
    </p:spTree>
    <p:extLst>
      <p:ext uri="{BB962C8B-B14F-4D97-AF65-F5344CB8AC3E}">
        <p14:creationId xmlns:p14="http://schemas.microsoft.com/office/powerpoint/2010/main" val="7288797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321</TotalTime>
  <Words>658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A unified travel assistant for Klang Valley– Discover KV</vt:lpstr>
      <vt:lpstr>First look on the UI</vt:lpstr>
      <vt:lpstr>Tourists face multiple challenges when visiting Klang Valley</vt:lpstr>
      <vt:lpstr>Target Users</vt:lpstr>
      <vt:lpstr>Our Solution</vt:lpstr>
      <vt:lpstr>System Architecture (pt1)</vt:lpstr>
      <vt:lpstr>System Architecture (pt2)</vt:lpstr>
      <vt:lpstr>System Architecture (pt3)</vt:lpstr>
      <vt:lpstr>Data Flow</vt:lpstr>
      <vt:lpstr>Lists of Features</vt:lpstr>
      <vt:lpstr>Feature 1: Smart Prediction &amp; Filtering  pt1</vt:lpstr>
      <vt:lpstr>Feature 1: Smart Prediction &amp; Filtering pt2</vt:lpstr>
      <vt:lpstr>Feature 1: Smart Prediction &amp; Filtering pt3</vt:lpstr>
      <vt:lpstr>Feature 1: Smart Prediction &amp; Filtering pt4</vt:lpstr>
      <vt:lpstr>Feature 2: Daily Trip Planner (AI Itinerary Generator)</vt:lpstr>
      <vt:lpstr>Feature 3: Image/Text Spot Recognition</vt:lpstr>
      <vt:lpstr>Feature 4: User History Tracking</vt:lpstr>
      <vt:lpstr>Feature 5: Backend Integration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Kearney Leith</dc:creator>
  <cp:lastModifiedBy>Kearney Leith</cp:lastModifiedBy>
  <cp:revision>2</cp:revision>
  <dcterms:created xsi:type="dcterms:W3CDTF">2025-11-26T09:03:43Z</dcterms:created>
  <dcterms:modified xsi:type="dcterms:W3CDTF">2025-11-27T13:52:48Z</dcterms:modified>
</cp:coreProperties>
</file>